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slideLayouts/slideLayout819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slideLayouts/slideLayout830.xml" ContentType="application/vnd.openxmlformats-officedocument.presentationml.slideLayout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slideLayouts/slideLayout849.xml" ContentType="application/vnd.openxmlformats-officedocument.presentationml.slideLayout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42" r:id="rId5"/>
  </p:sldMasterIdLst>
  <p:notesMasterIdLst>
    <p:notesMasterId r:id="rId19"/>
  </p:notesMasterIdLst>
  <p:handoutMasterIdLst>
    <p:handoutMasterId r:id="rId20"/>
  </p:handoutMasterIdLst>
  <p:sldIdLst>
    <p:sldId id="257" r:id="rId6"/>
    <p:sldId id="271" r:id="rId7"/>
    <p:sldId id="272" r:id="rId8"/>
    <p:sldId id="275" r:id="rId9"/>
    <p:sldId id="296" r:id="rId10"/>
    <p:sldId id="281" r:id="rId11"/>
    <p:sldId id="284" r:id="rId12"/>
    <p:sldId id="287" r:id="rId13"/>
    <p:sldId id="288" r:id="rId14"/>
    <p:sldId id="298" r:id="rId15"/>
    <p:sldId id="299" r:id="rId16"/>
    <p:sldId id="300" r:id="rId17"/>
    <p:sldId id="30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FF"/>
    <a:srgbClr val="E5EDFF"/>
    <a:srgbClr val="C0D2FF"/>
    <a:srgbClr val="83A8FF"/>
    <a:srgbClr val="407AFF"/>
    <a:srgbClr val="000000"/>
    <a:srgbClr val="FB4E0B"/>
    <a:srgbClr val="424242"/>
    <a:srgbClr val="FF40FF"/>
    <a:srgbClr val="FFB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50C87-F4A3-4F99-B139-53C5DDF26AC8}" v="3" dt="2026-02-16T20:18:19.607"/>
    <p1510:client id="{927279E1-3592-4641-B025-E725F29D3C41}" v="23" dt="2026-02-16T20:05:30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5918"/>
  </p:normalViewPr>
  <p:slideViewPr>
    <p:cSldViewPr snapToGrid="0" snapToObjects="1">
      <p:cViewPr varScale="1">
        <p:scale>
          <a:sx n="60" d="100"/>
          <a:sy n="60" d="100"/>
        </p:scale>
        <p:origin x="840" y="44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06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 Vohra" userId="590cfda0-90ba-46d9-b53d-62e97b076259" providerId="ADAL" clId="{6657669F-3DFB-4CA0-B2E6-18848BBAF84C}"/>
    <pc:docChg chg="addSld delSld modSld">
      <pc:chgData name="Karan Vohra" userId="590cfda0-90ba-46d9-b53d-62e97b076259" providerId="ADAL" clId="{6657669F-3DFB-4CA0-B2E6-18848BBAF84C}" dt="2026-02-16T20:18:59.642" v="32" actId="207"/>
      <pc:docMkLst>
        <pc:docMk/>
      </pc:docMkLst>
      <pc:sldChg chg="modSp add mod">
        <pc:chgData name="Karan Vohra" userId="590cfda0-90ba-46d9-b53d-62e97b076259" providerId="ADAL" clId="{6657669F-3DFB-4CA0-B2E6-18848BBAF84C}" dt="2026-02-16T20:18:08.775" v="27" actId="20577"/>
        <pc:sldMkLst>
          <pc:docMk/>
          <pc:sldMk cId="1425170302" sldId="257"/>
        </pc:sldMkLst>
        <pc:spChg chg="mod">
          <ac:chgData name="Karan Vohra" userId="590cfda0-90ba-46d9-b53d-62e97b076259" providerId="ADAL" clId="{6657669F-3DFB-4CA0-B2E6-18848BBAF84C}" dt="2026-02-16T20:18:08.775" v="27" actId="20577"/>
          <ac:spMkLst>
            <pc:docMk/>
            <pc:sldMk cId="1425170302" sldId="257"/>
            <ac:spMk id="4" creationId="{3C95A1BD-EECA-BD42-DCDA-88165EDD9E29}"/>
          </ac:spMkLst>
        </pc:spChg>
      </pc:sldChg>
      <pc:sldChg chg="del">
        <pc:chgData name="Karan Vohra" userId="590cfda0-90ba-46d9-b53d-62e97b076259" providerId="ADAL" clId="{6657669F-3DFB-4CA0-B2E6-18848BBAF84C}" dt="2026-02-16T20:16:44.023" v="15" actId="47"/>
        <pc:sldMkLst>
          <pc:docMk/>
          <pc:sldMk cId="191694144" sldId="268"/>
        </pc:sldMkLst>
      </pc:sldChg>
      <pc:sldChg chg="modSp mod">
        <pc:chgData name="Karan Vohra" userId="590cfda0-90ba-46d9-b53d-62e97b076259" providerId="ADAL" clId="{6657669F-3DFB-4CA0-B2E6-18848BBAF84C}" dt="2026-02-16T20:18:02.506" v="21" actId="6549"/>
        <pc:sldMkLst>
          <pc:docMk/>
          <pc:sldMk cId="1248540085" sldId="271"/>
        </pc:sldMkLst>
        <pc:spChg chg="mod">
          <ac:chgData name="Karan Vohra" userId="590cfda0-90ba-46d9-b53d-62e97b076259" providerId="ADAL" clId="{6657669F-3DFB-4CA0-B2E6-18848BBAF84C}" dt="2026-02-16T20:18:02.506" v="21" actId="6549"/>
          <ac:spMkLst>
            <pc:docMk/>
            <pc:sldMk cId="1248540085" sldId="271"/>
            <ac:spMk id="3" creationId="{22FAD688-EC94-2C49-0EA8-B1D494C85712}"/>
          </ac:spMkLst>
        </pc:spChg>
      </pc:sldChg>
      <pc:sldChg chg="modSp mod">
        <pc:chgData name="Karan Vohra" userId="590cfda0-90ba-46d9-b53d-62e97b076259" providerId="ADAL" clId="{6657669F-3DFB-4CA0-B2E6-18848BBAF84C}" dt="2026-02-16T20:18:44.207" v="30" actId="113"/>
        <pc:sldMkLst>
          <pc:docMk/>
          <pc:sldMk cId="2770727206" sldId="275"/>
        </pc:sldMkLst>
        <pc:spChg chg="mod">
          <ac:chgData name="Karan Vohra" userId="590cfda0-90ba-46d9-b53d-62e97b076259" providerId="ADAL" clId="{6657669F-3DFB-4CA0-B2E6-18848BBAF84C}" dt="2026-02-16T20:18:44.207" v="30" actId="113"/>
          <ac:spMkLst>
            <pc:docMk/>
            <pc:sldMk cId="2770727206" sldId="275"/>
            <ac:spMk id="3" creationId="{977E9C33-2FB5-9DD2-9E40-95B813B60BEA}"/>
          </ac:spMkLst>
        </pc:spChg>
      </pc:sldChg>
      <pc:sldChg chg="modSp mod">
        <pc:chgData name="Karan Vohra" userId="590cfda0-90ba-46d9-b53d-62e97b076259" providerId="ADAL" clId="{6657669F-3DFB-4CA0-B2E6-18848BBAF84C}" dt="2026-02-16T20:18:59.642" v="32" actId="207"/>
        <pc:sldMkLst>
          <pc:docMk/>
          <pc:sldMk cId="274889931" sldId="281"/>
        </pc:sldMkLst>
        <pc:spChg chg="mod">
          <ac:chgData name="Karan Vohra" userId="590cfda0-90ba-46d9-b53d-62e97b076259" providerId="ADAL" clId="{6657669F-3DFB-4CA0-B2E6-18848BBAF84C}" dt="2026-02-16T20:18:59.642" v="32" actId="207"/>
          <ac:spMkLst>
            <pc:docMk/>
            <pc:sldMk cId="274889931" sldId="281"/>
            <ac:spMk id="3" creationId="{712CE84B-B914-37C1-7903-F39126B4C3CC}"/>
          </ac:spMkLst>
        </pc:spChg>
      </pc:sldChg>
      <pc:sldChg chg="modSp mod">
        <pc:chgData name="Karan Vohra" userId="590cfda0-90ba-46d9-b53d-62e97b076259" providerId="ADAL" clId="{6657669F-3DFB-4CA0-B2E6-18848BBAF84C}" dt="2026-02-16T20:18:52.661" v="31" actId="207"/>
        <pc:sldMkLst>
          <pc:docMk/>
          <pc:sldMk cId="4264862558" sldId="296"/>
        </pc:sldMkLst>
        <pc:spChg chg="mod">
          <ac:chgData name="Karan Vohra" userId="590cfda0-90ba-46d9-b53d-62e97b076259" providerId="ADAL" clId="{6657669F-3DFB-4CA0-B2E6-18848BBAF84C}" dt="2026-02-16T20:18:52.661" v="31" actId="207"/>
          <ac:spMkLst>
            <pc:docMk/>
            <pc:sldMk cId="4264862558" sldId="296"/>
            <ac:spMk id="3" creationId="{5838DEDC-9996-886F-2E2E-F6EA361ACCE2}"/>
          </ac:spMkLst>
        </pc:spChg>
      </pc:sldChg>
    </pc:docChg>
  </pc:docChgLst>
  <pc:docChgLst>
    <pc:chgData name="Amandeep Sandhu" userId="9eb5322f-15af-4133-b866-568408471a7d" providerId="ADAL" clId="{7151DAEF-A09E-4572-9DEE-8B5FDD6C39C3}"/>
    <pc:docChg chg="undo redo custSel addSld modSld">
      <pc:chgData name="Amandeep Sandhu" userId="9eb5322f-15af-4133-b866-568408471a7d" providerId="ADAL" clId="{7151DAEF-A09E-4572-9DEE-8B5FDD6C39C3}" dt="2026-02-16T20:05:30.188" v="126"/>
      <pc:docMkLst>
        <pc:docMk/>
      </pc:docMkLst>
      <pc:sldChg chg="modSp mod">
        <pc:chgData name="Amandeep Sandhu" userId="9eb5322f-15af-4133-b866-568408471a7d" providerId="ADAL" clId="{7151DAEF-A09E-4572-9DEE-8B5FDD6C39C3}" dt="2026-02-16T17:27:30.908" v="4" actId="114"/>
        <pc:sldMkLst>
          <pc:docMk/>
          <pc:sldMk cId="2770727206" sldId="275"/>
        </pc:sldMkLst>
        <pc:spChg chg="mod">
          <ac:chgData name="Amandeep Sandhu" userId="9eb5322f-15af-4133-b866-568408471a7d" providerId="ADAL" clId="{7151DAEF-A09E-4572-9DEE-8B5FDD6C39C3}" dt="2026-02-16T17:27:30.908" v="4" actId="114"/>
          <ac:spMkLst>
            <pc:docMk/>
            <pc:sldMk cId="2770727206" sldId="275"/>
            <ac:spMk id="3" creationId="{977E9C33-2FB5-9DD2-9E40-95B813B60BEA}"/>
          </ac:spMkLst>
        </pc:spChg>
      </pc:sldChg>
      <pc:sldChg chg="modSp mod">
        <pc:chgData name="Amandeep Sandhu" userId="9eb5322f-15af-4133-b866-568408471a7d" providerId="ADAL" clId="{7151DAEF-A09E-4572-9DEE-8B5FDD6C39C3}" dt="2026-02-16T17:27:47.801" v="10" actId="207"/>
        <pc:sldMkLst>
          <pc:docMk/>
          <pc:sldMk cId="274889931" sldId="281"/>
        </pc:sldMkLst>
        <pc:spChg chg="mod">
          <ac:chgData name="Amandeep Sandhu" userId="9eb5322f-15af-4133-b866-568408471a7d" providerId="ADAL" clId="{7151DAEF-A09E-4572-9DEE-8B5FDD6C39C3}" dt="2026-02-16T17:27:47.801" v="10" actId="207"/>
          <ac:spMkLst>
            <pc:docMk/>
            <pc:sldMk cId="274889931" sldId="281"/>
            <ac:spMk id="3" creationId="{712CE84B-B914-37C1-7903-F39126B4C3CC}"/>
          </ac:spMkLst>
        </pc:spChg>
      </pc:sldChg>
      <pc:sldChg chg="modSp mod">
        <pc:chgData name="Amandeep Sandhu" userId="9eb5322f-15af-4133-b866-568408471a7d" providerId="ADAL" clId="{7151DAEF-A09E-4572-9DEE-8B5FDD6C39C3}" dt="2026-02-16T17:27:42.289" v="7" actId="207"/>
        <pc:sldMkLst>
          <pc:docMk/>
          <pc:sldMk cId="4264862558" sldId="296"/>
        </pc:sldMkLst>
        <pc:spChg chg="mod">
          <ac:chgData name="Amandeep Sandhu" userId="9eb5322f-15af-4133-b866-568408471a7d" providerId="ADAL" clId="{7151DAEF-A09E-4572-9DEE-8B5FDD6C39C3}" dt="2026-02-16T17:27:42.289" v="7" actId="207"/>
          <ac:spMkLst>
            <pc:docMk/>
            <pc:sldMk cId="4264862558" sldId="296"/>
            <ac:spMk id="3" creationId="{5838DEDC-9996-886F-2E2E-F6EA361ACCE2}"/>
          </ac:spMkLst>
        </pc:spChg>
      </pc:sldChg>
      <pc:sldChg chg="modSp add mod">
        <pc:chgData name="Amandeep Sandhu" userId="9eb5322f-15af-4133-b866-568408471a7d" providerId="ADAL" clId="{7151DAEF-A09E-4572-9DEE-8B5FDD6C39C3}" dt="2026-02-16T19:55:43.015" v="31" actId="20577"/>
        <pc:sldMkLst>
          <pc:docMk/>
          <pc:sldMk cId="2631141632" sldId="300"/>
        </pc:sldMkLst>
        <pc:spChg chg="mod">
          <ac:chgData name="Amandeep Sandhu" userId="9eb5322f-15af-4133-b866-568408471a7d" providerId="ADAL" clId="{7151DAEF-A09E-4572-9DEE-8B5FDD6C39C3}" dt="2026-02-16T19:55:43.015" v="31" actId="20577"/>
          <ac:spMkLst>
            <pc:docMk/>
            <pc:sldMk cId="2631141632" sldId="300"/>
            <ac:spMk id="2" creationId="{18BA4FF4-99C2-894E-9F13-BADA7D1F0601}"/>
          </ac:spMkLst>
        </pc:spChg>
      </pc:sldChg>
      <pc:sldChg chg="addSp delSp modSp add mod">
        <pc:chgData name="Amandeep Sandhu" userId="9eb5322f-15af-4133-b866-568408471a7d" providerId="ADAL" clId="{7151DAEF-A09E-4572-9DEE-8B5FDD6C39C3}" dt="2026-02-16T20:05:30.188" v="126"/>
        <pc:sldMkLst>
          <pc:docMk/>
          <pc:sldMk cId="4187884155" sldId="301"/>
        </pc:sldMkLst>
        <pc:spChg chg="mod">
          <ac:chgData name="Amandeep Sandhu" userId="9eb5322f-15af-4133-b866-568408471a7d" providerId="ADAL" clId="{7151DAEF-A09E-4572-9DEE-8B5FDD6C39C3}" dt="2026-02-16T20:05:30.188" v="126"/>
          <ac:spMkLst>
            <pc:docMk/>
            <pc:sldMk cId="4187884155" sldId="301"/>
            <ac:spMk id="2" creationId="{716DA6A5-2705-9AB5-E40A-94202C25E043}"/>
          </ac:spMkLst>
        </pc:spChg>
        <pc:spChg chg="del">
          <ac:chgData name="Amandeep Sandhu" userId="9eb5322f-15af-4133-b866-568408471a7d" providerId="ADAL" clId="{7151DAEF-A09E-4572-9DEE-8B5FDD6C39C3}" dt="2026-02-16T19:56:05.680" v="55" actId="478"/>
          <ac:spMkLst>
            <pc:docMk/>
            <pc:sldMk cId="4187884155" sldId="301"/>
            <ac:spMk id="3" creationId="{A0FDFB6F-FEBB-CFAD-4368-1D253185D435}"/>
          </ac:spMkLst>
        </pc:spChg>
        <pc:spChg chg="del">
          <ac:chgData name="Amandeep Sandhu" userId="9eb5322f-15af-4133-b866-568408471a7d" providerId="ADAL" clId="{7151DAEF-A09E-4572-9DEE-8B5FDD6C39C3}" dt="2026-02-16T19:56:01.145" v="53" actId="478"/>
          <ac:spMkLst>
            <pc:docMk/>
            <pc:sldMk cId="4187884155" sldId="301"/>
            <ac:spMk id="4" creationId="{4B884B2E-7686-93F3-59E2-9832FC3AE1D6}"/>
          </ac:spMkLst>
        </pc:spChg>
        <pc:spChg chg="add del mod">
          <ac:chgData name="Amandeep Sandhu" userId="9eb5322f-15af-4133-b866-568408471a7d" providerId="ADAL" clId="{7151DAEF-A09E-4572-9DEE-8B5FDD6C39C3}" dt="2026-02-16T19:56:03.380" v="54" actId="478"/>
          <ac:spMkLst>
            <pc:docMk/>
            <pc:sldMk cId="4187884155" sldId="301"/>
            <ac:spMk id="6" creationId="{926324D5-83E6-74C1-39D8-3332B32A56AA}"/>
          </ac:spMkLst>
        </pc:spChg>
        <pc:spChg chg="add del mod">
          <ac:chgData name="Amandeep Sandhu" userId="9eb5322f-15af-4133-b866-568408471a7d" providerId="ADAL" clId="{7151DAEF-A09E-4572-9DEE-8B5FDD6C39C3}" dt="2026-02-16T19:56:07.348" v="56" actId="478"/>
          <ac:spMkLst>
            <pc:docMk/>
            <pc:sldMk cId="4187884155" sldId="301"/>
            <ac:spMk id="8" creationId="{ABFAB2AD-59A2-1D23-2871-D00EAA73AAF1}"/>
          </ac:spMkLst>
        </pc:spChg>
        <pc:spChg chg="add del mod">
          <ac:chgData name="Amandeep Sandhu" userId="9eb5322f-15af-4133-b866-568408471a7d" providerId="ADAL" clId="{7151DAEF-A09E-4572-9DEE-8B5FDD6C39C3}" dt="2026-02-16T20:01:10.931" v="61" actId="478"/>
          <ac:spMkLst>
            <pc:docMk/>
            <pc:sldMk cId="4187884155" sldId="301"/>
            <ac:spMk id="11" creationId="{DD1246BA-FA27-311B-E5C0-3CAFFCCA99B3}"/>
          </ac:spMkLst>
        </pc:spChg>
        <pc:spChg chg="add del">
          <ac:chgData name="Amandeep Sandhu" userId="9eb5322f-15af-4133-b866-568408471a7d" providerId="ADAL" clId="{7151DAEF-A09E-4572-9DEE-8B5FDD6C39C3}" dt="2026-02-16T20:01:15.356" v="65" actId="22"/>
          <ac:spMkLst>
            <pc:docMk/>
            <pc:sldMk cId="4187884155" sldId="301"/>
            <ac:spMk id="13" creationId="{BB267D95-F1F5-CC76-60CD-BF2806B9D855}"/>
          </ac:spMkLst>
        </pc:spChg>
        <pc:spChg chg="add del mod">
          <ac:chgData name="Amandeep Sandhu" userId="9eb5322f-15af-4133-b866-568408471a7d" providerId="ADAL" clId="{7151DAEF-A09E-4572-9DEE-8B5FDD6C39C3}" dt="2026-02-16T20:02:01.336" v="81" actId="478"/>
          <ac:spMkLst>
            <pc:docMk/>
            <pc:sldMk cId="4187884155" sldId="301"/>
            <ac:spMk id="15" creationId="{65EDBDB1-55F6-2F4B-2CBB-6706FBE5E991}"/>
          </ac:spMkLst>
        </pc:spChg>
        <pc:graphicFrameChg chg="add mod">
          <ac:chgData name="Amandeep Sandhu" userId="9eb5322f-15af-4133-b866-568408471a7d" providerId="ADAL" clId="{7151DAEF-A09E-4572-9DEE-8B5FDD6C39C3}" dt="2026-02-16T19:59:38.157" v="57"/>
          <ac:graphicFrameMkLst>
            <pc:docMk/>
            <pc:sldMk cId="4187884155" sldId="301"/>
            <ac:graphicFrameMk id="9" creationId="{839936C0-574B-F0EB-3AC4-2783DEEBC960}"/>
          </ac:graphicFrameMkLst>
        </pc:graphicFrameChg>
        <pc:graphicFrameChg chg="add mod modGraphic">
          <ac:chgData name="Amandeep Sandhu" userId="9eb5322f-15af-4133-b866-568408471a7d" providerId="ADAL" clId="{7151DAEF-A09E-4572-9DEE-8B5FDD6C39C3}" dt="2026-02-16T20:05:08.090" v="123" actId="113"/>
          <ac:graphicFrameMkLst>
            <pc:docMk/>
            <pc:sldMk cId="4187884155" sldId="301"/>
            <ac:graphicFrameMk id="16" creationId="{2360A6DD-32A6-DC8C-32C4-8E3827D8FC87}"/>
          </ac:graphicFrameMkLst>
        </pc:graphicFrameChg>
        <pc:graphicFrameChg chg="add mod">
          <ac:chgData name="Amandeep Sandhu" userId="9eb5322f-15af-4133-b866-568408471a7d" providerId="ADAL" clId="{7151DAEF-A09E-4572-9DEE-8B5FDD6C39C3}" dt="2026-02-16T20:05:24.644" v="124"/>
          <ac:graphicFrameMkLst>
            <pc:docMk/>
            <pc:sldMk cId="4187884155" sldId="301"/>
            <ac:graphicFrameMk id="17" creationId="{52199A6E-BFCA-3659-10BE-2D3B998EF11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17.emf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19.emf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17.emf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17.emf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19.emf"/></Relationships>
</file>

<file path=ppt/slideLayouts/_rels/slideLayout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8.png"/><Relationship Id="rId4" Type="http://schemas.openxmlformats.org/officeDocument/2006/relationships/image" Target="../media/image17.emf"/></Relationships>
</file>

<file path=ppt/slideLayouts/_rels/slideLayout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png"/></Relationships>
</file>

<file path=ppt/slideLayouts/_rels/slideLayout4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4.png"/><Relationship Id="rId4" Type="http://schemas.openxmlformats.org/officeDocument/2006/relationships/image" Target="../media/image17.emf"/></Relationships>
</file>

<file path=ppt/slideLayouts/_rels/slideLayout4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4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image" Target="../media/image19.emf"/></Relationships>
</file>

<file path=ppt/slideLayouts/_rels/slideLayout5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4.png"/><Relationship Id="rId4" Type="http://schemas.openxmlformats.org/officeDocument/2006/relationships/image" Target="../media/image17.emf"/></Relationships>
</file>

<file path=ppt/slideLayouts/_rels/slideLayout5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png"/></Relationships>
</file>

<file path=ppt/slideLayouts/_rels/slideLayout5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8.png"/><Relationship Id="rId4" Type="http://schemas.openxmlformats.org/officeDocument/2006/relationships/image" Target="../media/image17.emf"/></Relationships>
</file>

<file path=ppt/slideLayouts/_rels/slideLayout5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5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5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5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5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5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png"/></Relationships>
</file>

<file path=ppt/slideLayouts/_rels/slideLayout5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5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png"/></Relationships>
</file>

<file path=ppt/slideLayouts/_rels/slideLayout5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5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5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6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5" Type="http://schemas.openxmlformats.org/officeDocument/2006/relationships/image" Target="../media/image4.png"/><Relationship Id="rId4" Type="http://schemas.openxmlformats.org/officeDocument/2006/relationships/image" Target="../media/image19.emf"/></Relationships>
</file>

<file path=ppt/slideLayouts/_rels/slideLayout6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8.png"/><Relationship Id="rId4" Type="http://schemas.openxmlformats.org/officeDocument/2006/relationships/image" Target="../media/image17.emf"/></Relationships>
</file>

<file path=ppt/slideLayouts/_rels/slideLayout6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6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6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image" Target="../media/image17.emf"/></Relationships>
</file>

<file path=ppt/slideLayouts/_rels/slideLayout7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7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7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7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7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7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8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8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8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8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9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77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571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8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16725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49176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7731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63277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5130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42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83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49270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10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F5B63-517B-ECFF-57C9-571531ADF88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3118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A6ABE-9140-BAAA-2C74-2EB32A3E98C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13917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90680-420B-02D0-1384-C1AC23A7F3C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1571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A9684-B577-59B4-5EA7-6968693BB62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042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69421-8AD5-9781-85C6-D5B5E832942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95800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6E5C-DDAF-636D-59CB-1B89317C1FA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29145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E3F3C-6B99-FB47-5647-3072134A620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39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DFC2C-5130-21D6-E7C1-8A0F2AB9F97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25930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055AD-6E6C-CBD1-2B49-4F8B9A6CD79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40398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718F6-11C2-0801-A4D1-C6DF7AD32CB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007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F7EF2-A402-F046-DCF8-FA5A82B115A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15865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724FB-B837-C275-EC77-6380DFED731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97697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2DBC8-684C-BF3F-1E94-6632AD11F7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50997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0280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23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0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6528-ABDA-4CD0-8B24-8DA093E025A0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4EE5D-5C9C-47F4-9957-6DAB7196B4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254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175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87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14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3113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3350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4983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9191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5788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4250561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098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278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9341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442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FD056-B45A-47E1-E774-9D564CF3E3D7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47203-6CB1-CFD1-3EDF-B9A928AED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633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DC9D9-28A0-1670-A2B8-3E8C5832316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9074E-37BD-1FBA-1ACE-F08DC0512B8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137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62329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A478A2-D270-8E1D-BF26-999B192927D9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872C1-E5F3-5927-DEEF-0E385FCAD0F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642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80014"/>
            <a:ext cx="11277600" cy="61726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463527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©2023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696600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F416F2-5474-6D73-529A-E69CD8399432}"/>
              </a:ext>
            </a:extLst>
          </p:cNvPr>
          <p:cNvSpPr/>
          <p:nvPr/>
        </p:nvSpPr>
        <p:spPr>
          <a:xfrm>
            <a:off x="9758482" y="6217363"/>
            <a:ext cx="2035956" cy="450217"/>
          </a:xfrm>
          <a:prstGeom prst="roundRect">
            <a:avLst>
              <a:gd name="adj" fmla="val 50000"/>
            </a:avLst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833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229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B2A0C-4E2B-3EA4-1875-E8E2556F4C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710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6A51D-6948-AC08-51C2-3D8B2F5F659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94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33300-F8BC-39D0-34DF-C89CE35C62C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717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000D1-5E2F-F8B3-8962-B65291953F2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208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C8B33-F39B-0B77-6C0F-11F08470F89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42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424CF-0F87-E0E8-9744-6E3F8548D04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532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7139D-CD75-1CE9-8D0D-AF629A5B197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168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A47F4-46C6-A964-C67C-94D0FB11045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353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03C5B-104B-96BA-36B0-2DF5CD776ED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505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571FA-66AE-16F0-3F3A-0D6D6DB6AE2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835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CD2C3-9DF7-15A5-EE95-20538A57537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64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CBC13-0F9C-1D5C-0A0F-A344D91BF0D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68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0F9D3-2C97-3901-1253-4E31A6B23BA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85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9074E-37BD-1FBA-1ACE-F08DC0512B8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1565E-7573-9921-34B0-4842484BF56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482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872C1-E5F3-5927-DEEF-0E385FCAD0F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2A4A9-80BE-E07B-65E5-638FC40C47D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60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5C525-A05D-6FD4-0058-20EA6ADF746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722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80014"/>
            <a:ext cx="11277600" cy="61726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696600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F416F2-5474-6D73-529A-E69CD8399432}"/>
              </a:ext>
            </a:extLst>
          </p:cNvPr>
          <p:cNvSpPr/>
          <p:nvPr/>
        </p:nvSpPr>
        <p:spPr>
          <a:xfrm>
            <a:off x="9758482" y="6217363"/>
            <a:ext cx="2035956" cy="450217"/>
          </a:xfrm>
          <a:prstGeom prst="roundRect">
            <a:avLst>
              <a:gd name="adj" fmla="val 50000"/>
            </a:avLst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4BBC3-83BD-E355-BB8C-4F43E6CEB9A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596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E9D08-A0FD-A39D-CEAB-05858349A74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352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AB073-8C9E-4C7F-A3BF-FFE6E003056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22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19DF4-B322-0883-5AB7-712B94AB88A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3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32E01-3131-63B4-B9F9-2170B03136D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688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3441F-538F-B29B-ED23-444248E69CD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51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CE2E4-7B57-2578-9F37-65FFBA54A32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678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84855-8C50-D3AC-399F-55174AF8E71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137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771E2-9F19-6790-D094-591BD165102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138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17BA2-F30E-AE37-0C6B-A420B77415F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363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511F0-AB23-2813-9D02-A292FE59645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470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1C87D-1874-18CF-EA9B-B738DC7DD05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2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9B27D-8EB1-07C2-00E5-E7CCA79EB37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914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5D20A-2F53-2653-BC57-E0EE19249C4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20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E21C3-EA2F-730B-03D9-CF014982C85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019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6FC511B-9CB9-9633-BD75-F4422A0BE6D8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43EED6-63C4-F6E8-D974-81F66A71E66B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E1677B-439C-3438-07EC-0D7EB82031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F988661B-CCFE-744A-4206-2CEF3D43F6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CC281FFE-0559-06D1-A6F5-FA545E113D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4015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D5A46-E05D-A001-4AF2-D89C27F1867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138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B1BD75-F271-768B-707F-3FCDBB10176C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C640B1-5244-BB6D-D34E-E1F9AE23CFEB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5F2474-9DF8-708A-E4FE-D3DDD88761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4A31BC14-C4D2-8D72-B875-D9B11615D0A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9" name="Graphic 8" descr="Infinity with solid fill">
              <a:extLst>
                <a:ext uri="{FF2B5EF4-FFF2-40B4-BE49-F238E27FC236}">
                  <a16:creationId xmlns:a16="http://schemas.microsoft.com/office/drawing/2014/main" id="{909679E5-B477-161E-CFB4-BFCE7AFCCC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4F4A5CA-1852-D195-F97B-E193DAF9FD9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059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9074E-37BD-1FBA-1ACE-F08DC0512B8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7794A-AB26-80B9-8BA9-DF07436C618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992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872C1-E5F3-5927-DEEF-0E385FCAD0F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DC73E-7FA2-1E59-D661-EFC5BDD7BB2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484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80014"/>
            <a:ext cx="11277600" cy="61726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696600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F416F2-5474-6D73-529A-E69CD8399432}"/>
              </a:ext>
            </a:extLst>
          </p:cNvPr>
          <p:cNvSpPr/>
          <p:nvPr/>
        </p:nvSpPr>
        <p:spPr>
          <a:xfrm>
            <a:off x="9758482" y="6217363"/>
            <a:ext cx="2035956" cy="450217"/>
          </a:xfrm>
          <a:prstGeom prst="roundRect">
            <a:avLst>
              <a:gd name="adj" fmla="val 50000"/>
            </a:avLst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1F2D8-4EC8-5353-1EB9-BC56A63DC02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896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E8E5EA-CD13-9373-CE2C-AE46C922404E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8BB5878-E982-B7FB-CB7F-261E7D4C3ACE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5C26C29-4E48-92DE-0DE4-1EBD99B571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FCA9C2A7-710F-079C-95D8-0B95C3806B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C82A71E9-37DC-4CDB-742D-170DF0062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E039FC4-5091-48FC-CDFF-99703E2120F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86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FB568-A30D-88AA-0424-82B77DCBE23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9C20FDA-1938-C43A-F0C3-8BFC6DAB4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0B44F39-E004-4C5B-F81F-EEF05BFF0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0DA80BF-9FC2-CDCB-5ECA-B2A10E7358E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675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771C13-9267-BB28-AE41-84142DB9577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259C304-1AF7-0CAF-C1E5-340569059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028B946-44BE-C351-C714-8C89C28E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260B92C-EEBE-EF6B-2AC2-72C700904D5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418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23580-CB7F-C302-E7F1-78BB033448A6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EBCE1154-8A17-D360-4F29-4111DBBFE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8CE7BF97-A238-E577-2A3C-B514926C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00F1A70-D09F-062F-31C5-8DEB052B401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284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B05CA7-BA50-DA7D-E267-FF9EF804D49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B4A7B-D2E8-F8B0-56B4-E0C3D0D0A8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BB17DD6D-40CA-C539-B1A7-28FB1EAC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6463A68-FC6E-A2B8-DA77-DEC542F2748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115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4E2458-EB30-A503-BA1A-C0FEF6D1DD23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C6A326C-9E7C-B996-A16F-B96AE75FDA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8364476D-67A8-9B27-B4F7-E556D7CF4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625794E-25E3-BA6F-65AD-8DD03BF9A48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76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1A8A8-A408-1431-B463-503189976E22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9E14EAA-B930-0C13-874A-C5FCFBB862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813665E-9BAC-2242-D947-B0D99998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894852F-E054-A3A1-18F7-99E1953A711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609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5DCF0-3315-64E2-C876-3C41D38FC85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D2E164CA-2B82-FFCD-527A-ECA6E22A71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19FAA03F-BEF9-EB3F-06B2-A391F82DF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C3119F5-AB68-5BEF-8763-98CD228678D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98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84508-7721-120C-9452-6264EBC9747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BDD2CE2-DD3A-B390-8238-0BC8AF88F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2B10BCC-DE1A-6D07-3D6A-CF39EE4B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7EF2E67-0C9E-B92E-B3CD-0256A95800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73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A10D43-F432-8A11-3C99-DE92805E6A9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6BFEC0D-16E2-BB49-460D-D08C75B37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30798DEB-833B-D32D-B6EA-BE3CB5AED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A6CD0B5-7A6E-0C5F-D4BE-3A907013B2C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451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05F75C-CA18-644B-68A3-8F9F5430E8D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92D7261-B68B-6578-60BC-164B4182A3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9840DAE8-F457-63B0-19EE-56D92B3C7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466F1D0-0863-DFDD-AA72-DBA6AFDEB14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608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9FEA07-07FF-567D-BCF5-C5D5FC8E23A7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C2394A-9225-6D76-C87D-0C214D1D9BA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ED1C8A-D424-42CC-F6FB-26F1D09861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6" name="Text Placeholder 7">
              <a:extLst>
                <a:ext uri="{FF2B5EF4-FFF2-40B4-BE49-F238E27FC236}">
                  <a16:creationId xmlns:a16="http://schemas.microsoft.com/office/drawing/2014/main" id="{C0E1F82B-B5C2-4385-0CD0-2DCB481D409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7" name="Graphic 6" descr="Infinity with solid fill">
              <a:extLst>
                <a:ext uri="{FF2B5EF4-FFF2-40B4-BE49-F238E27FC236}">
                  <a16:creationId xmlns:a16="http://schemas.microsoft.com/office/drawing/2014/main" id="{FA6569E5-0319-5133-CB58-E513C0B24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1BEC879-6DD5-A457-FF1D-FE73392E8B2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77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4B8A57-B5F2-2530-421B-E4EDEBF8D02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75FE0B-91D3-913C-683B-C82928DF441E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A36E8F-FA79-ECDF-5549-13FE34A9A5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1F6988A8-F725-EEB7-F698-C86C98E2C8B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2" name="Graphic 11" descr="Infinity with solid fill">
              <a:extLst>
                <a:ext uri="{FF2B5EF4-FFF2-40B4-BE49-F238E27FC236}">
                  <a16:creationId xmlns:a16="http://schemas.microsoft.com/office/drawing/2014/main" id="{2E6853A3-845A-B1D1-53C4-2A7A5FB554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27F6821-08BA-6D53-313C-DA744C72F64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025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B75AAD-AE11-F31B-86B9-92A6A827F470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3714AEA-4E6A-F0CB-F171-EDF6C9538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Discover our story">
              <a:extLst>
                <a:ext uri="{FF2B5EF4-FFF2-40B4-BE49-F238E27FC236}">
                  <a16:creationId xmlns:a16="http://schemas.microsoft.com/office/drawing/2014/main" id="{3899FF82-CC2E-B041-8752-13CE33D59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9BB082B-D32D-B72A-5AF7-DE2A74E4904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250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FE677-CA4D-74DD-5F14-8CD1EFFFBDE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01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AA46F1-A517-1BED-B64E-155F8E45C66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8370D4-C3B7-CF4A-BF0A-3D71A5A2332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C501BF-CD57-A306-B915-733FBE7AAF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F81DF540-466C-36A8-CCFF-05E89294F84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5CCCF923-2880-6305-E6C7-34E5B5E390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B62C91C-DA4D-BFC2-684A-FA5FE5EAA49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290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DAEB95-1EFF-8EFB-E1BD-76A99D7D32C5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6EA511E-D816-24F3-DF57-57A1E3A0D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3DE3A7B9-E200-734F-F3B5-45B660270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D762A05-6EE5-13A8-D1E7-6ABA36E7530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01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F0A14E-E2C5-ECE6-5B02-E4DC9F8189E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7BC5179F-DC3E-F260-9AC1-65B55A01F6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3184F1B-5B26-2DCA-8BE6-F117D32F5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B8FDC46-29BC-375C-EF9A-6328405FAAD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31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54F34A-8EA5-106D-308A-0289E0321A9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A3CD544-E058-243A-FC47-BFE9996BFD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A0134378-2ACE-B720-DDB3-24B89E02D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9826FC7-5FFB-5A0B-F3D1-4D10149C079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04453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52810-F048-32AC-2592-E25230E8A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946AC-63C5-0947-6B41-CD663D3848B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5C0E6-3923-7323-35FF-3148C9E37A2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719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3ECFE-6E50-A506-4AB2-391A42D11DD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58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Sil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44556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2DB3808-ED75-B640-8FA2-DE1A46107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4228" y="2815032"/>
            <a:ext cx="4433105" cy="3126524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5276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Title Oran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1617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16938-F10F-5129-E823-F359EC946CC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072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505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FA086-74D4-A34F-1BA1-D2431D1124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801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4892884-EA7B-4156-AC86-8BFF0C1D32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4892884-EA7B-4156-AC86-8BFF0C1D32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93638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0FA6A89-2F6E-48F8-8181-1A8E7FE1C38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28AD0-AAF1-D704-9ED9-42BC9AE35FE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21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eder Title Orange Triang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86686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B3786-F84C-C2B1-EF85-665E6459BCF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5C225B-AA05-AF78-EDA6-04AC65C3B9A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909749-D98E-2249-9F49-F4A05B2EBA7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D0AF360-561D-2F4A-10B4-AE03E9B579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2" name="Text Placeholder 7">
              <a:extLst>
                <a:ext uri="{FF2B5EF4-FFF2-40B4-BE49-F238E27FC236}">
                  <a16:creationId xmlns:a16="http://schemas.microsoft.com/office/drawing/2014/main" id="{8DDB39EF-23B1-C867-BC6C-3E3575689D8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972930AC-BC62-11DF-2721-500F4A956E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0443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991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E661A-C79C-1233-6584-A59B3C816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3E2AF-D805-5853-82C0-560D988C1D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0206F7-C00B-B526-5A2E-82ECCD253DA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F41FCB-C59C-2ABA-E982-16BBCB0240B6}"/>
              </a:ext>
            </a:extLst>
          </p:cNvPr>
          <p:cNvGrpSpPr/>
          <p:nvPr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3C76FE-C582-5EC1-D708-4CB8D2AD05EE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8DEB932-A85E-432C-A28B-20964E60E2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3" name="Text Placeholder 7">
              <a:extLst>
                <a:ext uri="{FF2B5EF4-FFF2-40B4-BE49-F238E27FC236}">
                  <a16:creationId xmlns:a16="http://schemas.microsoft.com/office/drawing/2014/main" id="{AC652654-55A7-8F79-5157-893C1D90119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4" name="Graphic 23" descr="Infinity with solid fill">
              <a:extLst>
                <a:ext uri="{FF2B5EF4-FFF2-40B4-BE49-F238E27FC236}">
                  <a16:creationId xmlns:a16="http://schemas.microsoft.com/office/drawing/2014/main" id="{789AAE41-A570-7BB5-1AEC-658106F862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4619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C0D8C-34BD-4E96-90B5-656D9C56E28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0267C6-660B-6435-D86D-D2FB9F8C54BB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59C7D5-9B13-8D17-7A3A-1A2D9DCDA50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7CC9FD1-3895-6C9A-7E61-AFC9252F25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4" name="Text Placeholder 7">
              <a:extLst>
                <a:ext uri="{FF2B5EF4-FFF2-40B4-BE49-F238E27FC236}">
                  <a16:creationId xmlns:a16="http://schemas.microsoft.com/office/drawing/2014/main" id="{90EBE460-885D-97D5-20B8-902940781C5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5" name="Graphic 24" descr="Infinity with solid fill">
              <a:extLst>
                <a:ext uri="{FF2B5EF4-FFF2-40B4-BE49-F238E27FC236}">
                  <a16:creationId xmlns:a16="http://schemas.microsoft.com/office/drawing/2014/main" id="{38E275CB-F97E-6001-94CF-C4729FEED7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049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9074E-37BD-1FBA-1ACE-F08DC0512B8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942DE-CB60-F1A0-5AD1-A8CCEC5BB6E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5FF65E-BFA5-CD0B-BA3C-C1D0C2A6E9C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881749-8F3D-0495-AB5D-DA3E3876D19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F09893D-1178-156D-54BD-F73443307B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7" name="Text Placeholder 7">
              <a:extLst>
                <a:ext uri="{FF2B5EF4-FFF2-40B4-BE49-F238E27FC236}">
                  <a16:creationId xmlns:a16="http://schemas.microsoft.com/office/drawing/2014/main" id="{6EF6EB52-3856-D032-8685-AD3C0CF7B95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8" name="Graphic 17" descr="Infinity with solid fill">
              <a:extLst>
                <a:ext uri="{FF2B5EF4-FFF2-40B4-BE49-F238E27FC236}">
                  <a16:creationId xmlns:a16="http://schemas.microsoft.com/office/drawing/2014/main" id="{FE26A296-0BA6-CE7B-EF60-804ADC17DA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282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872C1-E5F3-5927-DEEF-0E385FCAD0F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71924-DFBF-F42A-C54B-28CFCEA23F7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C2F590-CE77-4361-275B-452BCEE7212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BD930C-33E0-D8C8-5F90-C3ADD792902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023A224-BB42-4785-9057-7B7C9BFE7E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2C8D3A0A-5744-2891-176E-6E44F6AFEB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2990FE67-FEE5-545D-A9DD-BD1254B0B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2789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E53CB-B125-F418-24DD-67774C503C5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12509F-3D07-074E-EFF0-1E164F198B80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8D1C70-C806-4DB0-E1DD-83496819B59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B71B68-0B36-450D-E2BB-E7B21EEE95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4B16C65C-F577-69BF-57AF-5A3200E596D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FA4168E1-536A-C762-9816-1D06316EC9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3913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80014"/>
            <a:ext cx="11277600" cy="61726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696600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F416F2-5474-6D73-529A-E69CD8399432}"/>
              </a:ext>
            </a:extLst>
          </p:cNvPr>
          <p:cNvSpPr/>
          <p:nvPr/>
        </p:nvSpPr>
        <p:spPr>
          <a:xfrm>
            <a:off x="9758482" y="6217363"/>
            <a:ext cx="2035956" cy="450217"/>
          </a:xfrm>
          <a:prstGeom prst="roundRect">
            <a:avLst>
              <a:gd name="adj" fmla="val 50000"/>
            </a:avLst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E95CC1-A1F5-D902-2C49-F8177F9E559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36EE8B-DF4F-06D0-F097-00B15C0F8ECF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3BDE42-28CF-F97A-8905-4CAB0F2BCC7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D30EEB-0D68-629E-ADAF-14455764E2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D7B5A88D-59A1-13F4-1B4C-769EFAAA73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A2274691-F21B-3497-1056-6C4892A794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2016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84F0D-B94D-9F2E-1AF0-C9959DDEFDE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23ECE4-AD4E-627C-C5FF-FC1A543AEE9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2C21A7-0E2A-E02C-1EB0-28C4B7F4A8C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EEFC33-E821-9B64-E2F2-4ECF2FE15E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D25D1730-B9D3-840E-41DC-1FE4912971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353621CF-60C3-FD43-ABFE-255AE484A3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4030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73466-C276-2494-327B-BF0B9587B7F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296EF3-A669-C27D-D6B1-896DA68F14EE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EEEB9F-C269-ACE1-E2FA-EE354C63242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17C193-D4C6-79C6-DD06-AE159C1F06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B14D968E-D3EF-721B-AA08-520464BD7F8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7786825E-A98A-EE14-769B-459478EF62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6397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C9F41-14CE-0548-5DB9-20CF33DD20F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19C921-F77A-C09B-B4A5-05CE29D237FA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5E47FE-A69F-0C6B-711B-5FF0BFE8ED7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94B8C1-115D-DA93-F332-07D2EF8272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B25B659D-9AC7-AD5A-32A0-902EED0181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789B2E10-BBA0-5515-C625-4ABFB47147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4561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282A2-9A5D-5F8E-ACA5-C57E1DBA1D1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0DE7E2-5B6E-9BBD-0EE7-9E2332165C22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57C047-F443-CCC4-73E2-1A035470547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0700EE-C047-3BF7-6FBF-2EE2F3ED72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8D789A9A-9CA9-74EF-5B4A-9DCB3F8937F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79656F7-58BC-F386-94D6-21259D0B02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416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105AE-4AED-D3F4-CE7F-8BD84C8F8B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D3F86C-9D1C-9505-4781-D6EFA38E21E0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6DEAE1-255F-289A-B9BA-F476B5C4780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C0D1D7-9A86-21F7-F92A-A84C4A557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2" name="Text Placeholder 7">
              <a:extLst>
                <a:ext uri="{FF2B5EF4-FFF2-40B4-BE49-F238E27FC236}">
                  <a16:creationId xmlns:a16="http://schemas.microsoft.com/office/drawing/2014/main" id="{85E5CD9A-68B4-B667-B19A-BBDC8E01B6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7C62979A-11EF-3C47-24C4-F7FF97F34D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8804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EC0F5-70AE-AB3A-A220-0C6062D29F2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E825BF-DB29-8675-40C3-A41099C6BF4B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D0F837-134E-143B-B8C1-791E9AAD62C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906483-95EF-19BA-5C8E-B8977C0AA9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A1B5C971-0D44-ACBB-A3F1-A75112AB24A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9" name="Graphic 8" descr="Infinity with solid fill">
              <a:extLst>
                <a:ext uri="{FF2B5EF4-FFF2-40B4-BE49-F238E27FC236}">
                  <a16:creationId xmlns:a16="http://schemas.microsoft.com/office/drawing/2014/main" id="{DC1E4272-874A-5CE4-3A28-EBEF3FAE09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2615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51652-5BF0-6E51-52E6-D721563070B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611747-AFE6-0358-632A-90D4335064F8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16CF9C-3DC6-4F59-7846-B76C45F2DB1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FEC5AA-147D-3C26-C99E-3D4F99F1B5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FA092230-9135-D31B-6DDE-3BFD8065AB0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1E65EDC9-B837-3EC7-C5AA-A82C1282D6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9695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70650-EA36-8357-EC14-8EBA52EF8F6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1CBEB3-710E-2215-BA00-4269D53592AD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73E89F-60AD-9450-2C26-850E40E3648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F41453-971A-C73C-3E86-CCAB10CBB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4759CB69-32C8-220A-6ED4-BD9CE9B384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8CDE47D2-0E41-E774-8DAE-EA6F4D89FA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4152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86223-A565-4D75-A66E-DE20342982E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BDE46C-8406-B1CE-72CC-E575A427EB04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28C041-A0E5-B2CD-87ED-62492E43D6F3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4B19A1-B25D-1BC0-8895-17E735C09E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2849681D-8A29-0AF5-83BC-B0A306E0BBD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4C71000C-4D48-E171-F8D6-EF6DDAC520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5202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0CDAA-DBD3-D526-12A7-5A669074990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5317D9-542B-8426-5F29-3AA8F20CB0D9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AF52B7-C4DD-5403-BBE2-52E95EED526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96F060-029C-DDAA-D08C-83D2A0F235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ACA7D9E7-7523-99FA-229F-5FB6D32FFD3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E7350A2C-0D1F-9DE5-7886-71C83F61D5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5452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B6C4A-5374-F008-3B2F-437CF81809F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048DE6-C4B1-1DCC-7481-A89F236CB49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49956E-6F75-8202-53A4-C1602250604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C91FAC-2750-7058-248D-9CB53FCBC7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36E4BF25-9B89-D676-8725-A1464912261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9B037BD4-38D1-D950-0088-3A96DC6D96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9793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D67407-EDA4-BF68-6053-F27414FC13B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646AA5-6C4D-8A80-2D01-B19550CEA017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2446CF8-186B-B422-DF59-AEB32D47EE1A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DF06E9-4CDB-3D1D-8B9C-6633DF2DA0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9687ED1F-DC84-B64E-8CAC-9A8B1DED3E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960E143B-0AB2-9076-548B-0E759F2CBB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519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F42DE2-3360-479D-B88C-D836DA09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16670"/>
            <a:ext cx="11277598" cy="2310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6B485-C51F-6039-243F-7BE6972451E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81398C-E403-3AE7-C8BA-1491937C26FF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481889-AD98-69D2-861D-A0295023C24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5BB1C82-A43C-0932-97AA-8504DE5B97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37E8C69B-2E78-A52E-22CF-8A87B9755E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7C928745-021E-6067-7BC7-C88AD5C4A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7921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4E7F7-2ECB-9608-1AC3-B9C91A9149A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E8E37-DAA8-0771-6FDD-35A52AFD2813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6E690F-64BA-C2E7-BD80-B2CDDBBBA4D8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4E9BAB-3118-B516-FF7C-A24901B16D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F6D0D63D-B8BB-B4FB-8DFF-324E8BACAC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777C3879-51CE-CEC7-BFB2-9F3D0CD046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906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370F7-2980-344F-C892-2E315834180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69AD67-2141-6A46-0EE2-64B9CF24E72E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8792A7-A3F2-7681-203C-B0ADDE9DD6E8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DC69D36-195C-CB34-F4A6-3B362E30CA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08DB40CC-4175-4B0D-2A62-01041C55153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2" name="Graphic 11" descr="Infinity with solid fill">
              <a:extLst>
                <a:ext uri="{FF2B5EF4-FFF2-40B4-BE49-F238E27FC236}">
                  <a16:creationId xmlns:a16="http://schemas.microsoft.com/office/drawing/2014/main" id="{58646801-B0AF-BA8D-8AC7-12BC1FC1E7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985362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3449F-10FE-65EC-1CEE-7DF32B6341D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7A6E17-7EED-5141-DEC4-AB9C5D6F9D6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EB6E52-7BB1-8B9A-7E87-8BD76E4CC9B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EC4AC4-1ED2-3128-867D-5C6027E14A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B672EB32-19DC-16E2-4B81-8154F0CE3F0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C43EC5A4-53A6-8001-F190-DAA9E57165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8225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BCCF2-4F6F-70DD-1F8F-285EE99C3ED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ACBA38-9EF0-AFBB-108C-CF8DADA03C81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7D8A6E-4F4D-E6E8-A74D-E4643C18A7F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05D8A9-7ABD-A10E-6C2D-4E2576BCD0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5595A737-B095-26C9-744D-DC1CFA28B8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A9B17DA9-D913-835D-78E9-0913FFA789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6300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0BB26-5707-A1BE-B667-16B01794F94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4E2D36-44DA-4E1C-6729-20BF5D6AFC66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FD163D-9441-1D87-61F0-677D9619480A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C14339A-A587-6D6A-E248-E33B5EE8B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6B74EDCA-5B55-9276-F307-5F61030B54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0BE15FA6-6BA9-9536-7F19-627CE3854E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5592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768BD-1B4B-51BE-076C-3D24290287B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197CA2-EBDD-5C5F-0974-2869E08A4693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6FC68C-F756-D985-ADB0-AE66092CCA1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B101FF-00D0-C868-651D-EA5314F2C8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C4FC489F-E3EF-975D-A3F5-247C58BBF7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D6909CC2-67E1-75D2-FE3F-E6DBDABBB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9548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8BEC1-3624-FEA3-EA40-1F59F3FC213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D7DC782-AA4D-D530-0172-99D42550D07B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3500EF-6746-1E79-294C-3911BB5A0919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1DCB94-CB37-0379-95F7-AC88FD2FBF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0" name="Text Placeholder 7">
              <a:extLst>
                <a:ext uri="{FF2B5EF4-FFF2-40B4-BE49-F238E27FC236}">
                  <a16:creationId xmlns:a16="http://schemas.microsoft.com/office/drawing/2014/main" id="{70C30E69-AE1C-9627-B448-F8715C71C0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2F21969-18FF-268D-8A8C-BBBEDF0293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8212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78A6F5-BCAC-E954-C527-50062FCC66F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B1A0CF-0DEC-D6DE-7816-8AC01554428D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DA1A0F-D6C1-E2DC-D7C9-A1940205263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135E585-D42D-8E64-15F7-741974FAF8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D851F720-49DF-BDB0-29D6-5DBD83917E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9AD627CD-717C-6E4E-DAC0-21D2B09FF0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0283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3D5B4-2109-AA8F-33D6-24CA2D1B270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A1483F-C91A-2767-774C-6318E986D261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7E3965-8FB5-4E2E-98DD-6BBF4C2FC96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86513D-480B-9EE8-4292-2970B5CBD1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44975C28-A412-6E4D-70D5-C53CAC8D65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106B0E8E-068B-8A15-55B2-7E1B26C31F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3110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47AED1-DFE4-CE86-7597-24B7DC0E541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520A63-DBB5-9256-F235-6C9ACF136D5D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81CB50-4132-BEA9-3041-6E388471FDA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FBB04F-F993-EDF3-377D-D830C6E51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D43FB00B-AC88-5FDF-30CD-0CEA80B44B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B0F9607-A5A9-A7CB-6CC3-DEB4A2C1FF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6421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96BFA-2803-D421-FA6C-99BCAFBDD5B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B0DE6-608B-EE77-46DC-63B5D62D67C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3C7261-4E90-4056-FADD-0DB7E0BDF592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6B37B8-DBB5-4377-7126-9B1002D65F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2447BCD0-7C23-5EE1-B77B-466A2E5CED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B91CC465-4821-4F04-0DE4-D5BDB6DFB8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4315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C4FAF-44F5-26A2-95EA-A9DB550B317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B86365-69EC-4DE4-94DD-467D3ECDAADC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8869FE-7014-DD18-B680-56ECC12961A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008795-B02C-2640-13FF-E64372E9AC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BDA82073-58AB-B34D-5FDF-F3D1D126FEF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34FF683E-39C9-AB05-D326-56FB10233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4992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D05A4-DBF9-60BA-A389-F475400D1DB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5EE001-6D23-272B-6CE7-2F4D7D951AE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84D778-42A7-B0ED-C559-AC9B741E602B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3AA02B-0911-C064-F264-935366736E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5FA825B0-0ED2-36F4-4B9B-54252859F43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B42CB5C0-11A7-9ECF-4FC5-51A3DBD94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384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3750FE-1F64-8BD2-D4B9-CDABEEA333EB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5729D6A-A186-ECA2-C52E-C882BC435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092C96-664F-F089-CCCA-57ACFFF199F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A4F8FBA-81F6-C0BD-73AB-99B054F04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9E454BF-A09C-CB87-B9C8-37752A0A118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9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4D389-ED25-2C5B-B4F7-AD1F7DDFFBD5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642AB5C-9740-C6B9-8AA4-5305D7224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D29831-F640-FB15-28E3-C4EAFE43F6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9962A8E0-34E8-8EA1-B248-3A274451A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1E1712E-901D-A0F9-3105-58FCAC7F8E7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00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481D62-951D-7C6E-8A54-4258CA276F22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D1AAB-3CB0-AB1D-627E-E05198AB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D55F25-82FA-805F-A206-60F59723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F16386B3-C741-8993-EADF-CD4D0D672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49F1AF5-8464-C4D6-04D8-AC4CA48A0DC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768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DCB5DD-DEAA-A4C3-462D-C63F04762C40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11FE040-4872-1272-7FEB-2F6497C82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6E7DFF-0B8C-7F11-AD7F-0C6FD88FEB73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6D69BA24-862F-302B-5E6C-3B07DE24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CEA3BA-8836-3FB3-4538-4FB2E795500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214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0FE026-40AF-1117-5014-E2CB79F1F8CA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06390B7-3EE1-341C-5A8F-A4623C8A4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C1D2E9-4D9C-6778-8E13-5E40B427A4F0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6F85AE3-4874-65E9-F04D-4794AFF4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3C0A59-FF65-3EF9-816F-BD65A2EC0E4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650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10" name="Picture 9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351AE9B-40B5-1FCD-5B15-D9D595659C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12DE554-5DA3-6942-CF7C-A0ACF9CDC98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41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8DB1B353-152B-AC60-ABA7-FAA2D9E63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A1748B4-2519-6F0A-9720-C5401557D39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886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2ED0AFE-3C43-BC6A-3B73-BB06512B6E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50E5F60-84B1-8925-D333-8CD7E091349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0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3C141-C435-3009-D619-191195D0A169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3918AA5-4536-B1D3-3DFE-D8E7EE79D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CAAFD44E-6167-03DD-DC37-241EECF7D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15426AA-51E5-EB60-1E92-740B345AB84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91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A61093-E9D7-F39A-896B-C6B28CAD941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D0EA92F-BE7B-5F9D-3DBC-3A8B5E2B5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77CE98E1-86AF-6006-2C85-C9A3CF7C6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7133415-E7A7-D1C2-8D88-F540C765F52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46730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C7A155-6237-F69E-A171-2A43B5EDE9B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1BC74CB-4044-BADD-6A4E-F4E90FF18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14D859A4-8817-25D2-1090-BE0B4B673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1B43DC9-DB21-87DE-913B-FBA9127A5EC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127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8A102-220E-9918-1BAE-9D89F9737BF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55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95670C-476F-7386-7050-F44A72265CF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9" name="Picture 8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9E171C7-9C2D-D8EB-EFB5-8794E97E6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10" name="Picture 9" descr="A close up of a logoDescription automatically generated">
              <a:extLst>
                <a:ext uri="{FF2B5EF4-FFF2-40B4-BE49-F238E27FC236}">
                  <a16:creationId xmlns:a16="http://schemas.microsoft.com/office/drawing/2014/main" id="{8F997557-D68E-A672-C559-1FBC8E2C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10A13CE-7C9C-AFF7-C381-67DC029F55A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1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3F156-F486-0528-7AC3-6E957FB83152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B495D94-DE2C-096C-3456-3CF9A843D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245FC9DF-5E45-6E4E-EF79-B54C85AA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4778E2F-0240-3476-32CF-2A5CBD8BDCD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395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F43BAD5-BF44-C6CF-FFC5-CEF7CA4B2F9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1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269A0A4-094D-7D31-D97F-28BBC37C5CC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44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A61093-E9D7-F39A-896B-C6B28CAD941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D0EA92F-BE7B-5F9D-3DBC-3A8B5E2B5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77CE98E1-86AF-6006-2C85-C9A3CF7C6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8DD0144-996F-3DEA-98D6-58873A9678B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1858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6DAAF23-1FF9-E726-B482-1ADF93E2C52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974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E857F12-F738-CF57-6D55-764CF48DB67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668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01350-66C1-5E63-6D21-14BFD286DE2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42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A629905-5EE3-2CBD-FCF5-4A8FE131A2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629905-5EE3-2CBD-FCF5-4A8FE131A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rPr>
              <a:t>‹#›</a:t>
            </a:fld>
            <a:endParaRPr lang="en-US" sz="800" dirty="0">
              <a:solidFill>
                <a:srgbClr val="FB4D0A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CEC2C-97FE-BF3C-15FB-3032EFC0380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68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74C4EF-5F06-8C0E-3805-AC67BC6D896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77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0BDFF-7D92-331E-8221-0245AAA08F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76CBC-8767-EB7C-93E6-5081E4F9C6C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B969A-AEEA-0E00-94C2-4AEC136132C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479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0EAD35-F806-BCF0-FA5B-24638F55EE6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173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F42DE2-3360-479D-B88C-D836DA09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16670"/>
            <a:ext cx="11277598" cy="2310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A1081-D024-C346-4F5B-33761BB5177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37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52810-F048-32AC-2592-E25230E8A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946AC-63C5-0947-6B41-CD663D3848B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F100C-F8BB-E3EC-BF81-A9A9FD2883C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024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ing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DBFD1-E050-4C21-909E-10D37EA160F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435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C8A8E-B2F7-4A09-C65F-C83E1CDAB3C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650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D6C37-C661-C6C6-E567-8C0E5437960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23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4892884-EA7B-4156-AC86-8BFF0C1D32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4892884-EA7B-4156-AC86-8BFF0C1D32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93638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0FA6A89-2F6E-48F8-8181-1A8E7FE1C38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24995-FE40-9794-F77B-6040A6768DE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607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2EB30-0D43-369B-9E5E-5023F0B5A5F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506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42805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28477-43EE-C311-1B89-923504B2C41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520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7784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1A0F8-EC66-1E49-5CC8-AF5C7083E07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038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15C0-9D91-D2AF-DC00-680553E0DF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1B320-87B1-7CBE-0F1C-F978E03C7AC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540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991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E661A-C79C-1233-6584-A59B3C816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3E2AF-D805-5853-82C0-560D988C1D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7CC55-90DC-9F4D-EFF9-9F503CC7A17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733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A7FE95-4881-CED3-82C4-69D6410252E4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451FAC0-1EC8-55AB-C0A8-5C7D4A648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Discover our story">
              <a:extLst>
                <a:ext uri="{FF2B5EF4-FFF2-40B4-BE49-F238E27FC236}">
                  <a16:creationId xmlns:a16="http://schemas.microsoft.com/office/drawing/2014/main" id="{1A026CC2-4C60-5D85-3A5C-AB8E9E48F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4F3A9CC-A591-72C5-7AFA-D0EC106E3C8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842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DE21C9-312A-56B0-C2CD-921FD30B817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34898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70034E-F505-944F-34FA-2C8A7EB3BB4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21DC253-6B10-EEFC-BC60-FD11CC7A0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046DF9B-0564-5A15-AECF-18F7A2DD4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9CAB57E-88A1-FC00-7C8E-429D469144E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483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DAEB95-1EFF-8EFB-E1BD-76A99D7D32C5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6EA511E-D816-24F3-DF57-57A1E3A0D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3DE3A7B9-E200-734F-F3B5-45B660270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BE5863-7EA2-07ED-CB68-2C7552336A5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604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A0762-3965-E85E-AF44-67DFF680034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062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505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911AB-34BF-D8E0-D6F4-83FF2E486E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999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E79E2-B72D-24DA-7563-B1CEF08D447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601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1DD05-6DC3-37C8-B246-0B46EFEE530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340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3_One Column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ED5A2B-E08D-33CE-6316-3613AD84BCA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ECCDECB-8548-6243-FBFA-0BF3E9BF66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79A75782-98CB-61A2-9836-2D8710320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C8A31D-4670-2770-1E98-77BB7387A18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52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F1C3130-2140-D680-E48A-B8878B6FB4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7193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1C3130-2140-D680-E48A-B8878B6FB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vert="horz"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327D5-5B93-FCA1-3B19-A6C5B182B4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E7BF2F-9AD9-F363-2EA3-5F2F882BBA7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4805B-BC13-0A9D-0DA0-546E944D2E9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78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F0A14E-E2C5-ECE6-5B02-E4DC9F8189E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7BC5179F-DC3E-F260-9AC1-65B55A01F6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3184F1B-5B26-2DCA-8BE6-F117D32F5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13555B6-C0C6-9525-C152-D85104B5FAC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175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9B29E-A703-4027-119F-56811287EFA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28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B6EC92-9115-1FE0-E1BE-6772B356788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740895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B0EF2-4898-73CF-B893-975C189D695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7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607177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E6EC71-21CE-5BEB-D8B7-48982AD7F4C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897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3CF5-2690-4BBA-DD49-76F770C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946F62-7485-2659-9A14-A825ED80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E56B-5133-49CB-859B-F9AA22425E2B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6F37A-9B3F-102F-0EE1-3B7434F18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AAD91-32BA-AF6D-1C90-EDEFB41A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2555-8804-4249-88D1-65A96121FB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5913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F59361-B8EC-A06F-7AA1-925FAA33789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8DF1909-3DC1-4A1B-106E-130942879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E9E1CD2B-D5C7-4ABA-9A4F-94E83D5E7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C193D9C-7878-3A4F-2B77-A09F365BCAD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592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5FB57-F087-8DEA-328F-8C54B425A58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0D19C03-50AF-4CF5-75C0-A6F99164E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B9875C1-ACE5-325E-DD7D-03A41B7D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9C1C141-BA42-2D8A-89BC-1CC547EA5C7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87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E7D3D-1E8E-E010-9276-1DB1CB61E23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598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58033BB-BAE3-7999-CFBF-B4455E8EF23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530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9C3DBFE-5CBE-C10E-2076-ED6228F517B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462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DCDA5E7-C893-BED5-C202-EB51ADC21CE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1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9F9C63F-CF3B-5520-B3D1-7400B8429D7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350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CAAFD44E-6167-03DD-DC37-241EECF7D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30420E-5BD7-59DB-6070-2300BEC9A31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291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245FC9DF-5E45-6E4E-EF79-B54C85AAF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4AC9C9-AB2C-A3F1-4663-C21DDEF60EB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09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3184F1B-5B26-2DCA-8BE6-F117D32F5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3E96B6-9A68-94EF-BEDE-3F3B641F6F0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2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0B44F39-E004-4C5B-F81F-EEF05BFF0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5910A2-3FC0-358D-B7F2-B9D063F80C0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91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028B946-44BE-C351-C714-8C89C28EF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8A164-F9C4-D315-93CF-2AC8177A89E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80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8CE7BF97-A238-E577-2A3C-B514926CB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2FACF5-5392-093A-B863-80D8D712001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585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B17DD6D-40CA-C539-B1A7-28FB1EACF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268A1A-2DBF-4273-9F37-E5DBC84E693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917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8364476D-67A8-9B27-B4F7-E556D7CF4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460" y="6244958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9CCA36-A606-4391-F9ED-6B9CEB205CE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736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813665E-9BAC-2242-D947-B0D999981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F19AD2-DC99-DDBB-53A0-2510EF6AF8C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953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D1353050-2F9D-0B07-5352-6CD7DD618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E30B79-566C-D1E8-1D1D-DF5FDED2A3F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69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662" y="627445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D2B35D-05E7-F4FF-E3E2-98F798524F8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41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3" y="623512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64CCF9-1B31-CB2F-43C2-46CA26A4A05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509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0616C7-EDEA-ACAA-6A13-6305322F4A5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32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9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BA1E20-2F1A-0F38-B024-68DE87486C4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726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1874355-2C60-C485-426B-3AC0578FC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B11B-F82C-C054-8C6F-709A6ED780C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619447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Discover our story">
            <a:extLst>
              <a:ext uri="{FF2B5EF4-FFF2-40B4-BE49-F238E27FC236}">
                <a16:creationId xmlns:a16="http://schemas.microsoft.com/office/drawing/2014/main" id="{3899FF82-CC2E-B041-8752-13CE33D59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049EFB-0455-30BC-D7CE-BED633BF395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611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E7954CE-C14E-3292-83E9-8297804BE8B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925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1" y="622086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4FA158-9D6A-EC23-4224-C5EDE558BDB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11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5B53A121-8E7B-61B1-8275-5B24AD76E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455E9F-C953-26E3-CECC-E12974CE8D3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880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E2DE5-EA27-1D5D-75C6-4257C26B462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494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45" y="6195796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3EE422-3359-D39B-7F4B-9192E1E118A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625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1B6E1A-DBF0-2B54-4C59-0AB4FC0ED78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090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72E424-A1AC-C4BB-3748-72CEBC49989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179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C6177946-1CC4-6AA4-AA02-84EFE64FA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666F89-9B46-DF0A-860F-A4ADB42989B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276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426526-9242-9064-F2CC-31BFB6D2934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730387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14D859A4-8817-25D2-1090-BE0B4B673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193349-C20D-69EB-7AAA-58979EE5C06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73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B64741-9BD8-E639-A97C-5F0A31BA96B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21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442DA4B-3348-1F72-1CB6-DEF90748ABF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660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E232EB-F796-D920-0DC1-680BBD5CB22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279049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Discover our story">
            <a:extLst>
              <a:ext uri="{FF2B5EF4-FFF2-40B4-BE49-F238E27FC236}">
                <a16:creationId xmlns:a16="http://schemas.microsoft.com/office/drawing/2014/main" id="{1A026CC2-4C60-5D85-3A5C-AB8E9E48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29BBA0-75F5-E1FC-B96C-DB22BE9BF27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192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47203-6CB1-CFD1-3EDF-B9A928AED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7A6514-E309-6441-4E37-DB3F4A9A1F1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7A63CA-D454-CC3B-3AD0-243D64FAED1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C86221-5580-5359-E587-8E60F3C6D5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0" name="Text Placeholder 7">
              <a:extLst>
                <a:ext uri="{FF2B5EF4-FFF2-40B4-BE49-F238E27FC236}">
                  <a16:creationId xmlns:a16="http://schemas.microsoft.com/office/drawing/2014/main" id="{9AF350EF-5FC5-0066-42F0-24A524A483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1" name="Graphic 10" descr="Infinity with solid fill">
              <a:extLst>
                <a:ext uri="{FF2B5EF4-FFF2-40B4-BE49-F238E27FC236}">
                  <a16:creationId xmlns:a16="http://schemas.microsoft.com/office/drawing/2014/main" id="{2458E6D4-F3B6-9893-4E70-83BB2DEA10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C20B126-52A7-FD73-42D0-99EFF0A9459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243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5B889-D99D-94E4-03EF-B23C49B2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6528-ABDA-4CD0-8B24-8DA093E025A0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8578C-7082-5FBE-09D5-05F89071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29F61-540E-4275-CB40-CFB21ABA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4EE5D-5C9C-47F4-9957-6DAB7196B4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331A63-B345-4AF9-27D5-A0243C8843B0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2812B5-E4A9-9DDA-0A57-13222A90D268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904B7E6-A6AB-3117-B877-BEF800D362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CF70CF78-CAB8-4FA8-1800-94B0FBB982A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9" name="Graphic 8" descr="Infinity with solid fill">
              <a:extLst>
                <a:ext uri="{FF2B5EF4-FFF2-40B4-BE49-F238E27FC236}">
                  <a16:creationId xmlns:a16="http://schemas.microsoft.com/office/drawing/2014/main" id="{76452F65-E804-8588-087D-5A356BB699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7324013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62E16E-9984-C6AF-9701-C8D3E63C998C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47DE90-59F4-6E63-06B2-31E5BA9BC243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3CAE6D-FCE1-B79B-C172-A4CFA9E2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A311737F-884B-934D-6758-8FEDFF94B5A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AA8ADDE7-D835-8119-258C-D1943AC648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14DE892-5D79-6594-CFA8-4C4695F1F4D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765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50409-DF82-7887-D1E9-AE30094D3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929F4-9079-DA9A-0548-566CC51A0E2B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178ED-02CE-B3F7-2D1F-9AD50060F81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393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47203-6CB1-CFD1-3EDF-B9A928AED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92C2D-7CAA-E182-9723-FED7B48BE75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859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7563D-316F-B607-9D34-1362C4EA3D5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4E1E3-7416-DE7C-A3B6-2D56D16A6DB6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B6FC78-C489-A9A8-BD5A-A262C7955DC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9B19E7-6AA7-48CE-5E78-BF3203DA0E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3BDB5ABA-916C-3693-56C6-A9CE5F87DA4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C3DC53DE-D128-1A48-1BFD-2D378414E7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9230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B0F24D-5452-FE18-F6C1-73598C969CF9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5233D1-A237-BD3B-E86C-3D20C08A9240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06B590-E9A4-FD62-14F9-8335C6F0D646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FB62C9C-4A1E-1759-1997-F74D37E13C9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C19548AE-F194-2364-F6D3-FECF6D46DF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75903381-D0EB-6C8D-37E9-DB1D04060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A3EFE2E-8BC7-A059-9E45-E63FDEDBF9E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492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50F09-25A0-7ADB-B99B-1769A3CBEB98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703DCBA-4C6F-08D9-A62D-4A1EEFBE0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1353050-2F9D-0B07-5352-6CD7DD618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3A09106-BDAB-A4EA-7178-011E36D6999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070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CF752-6E95-7928-85F2-FF86D732017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479564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A7FE95-4881-CED3-82C4-69D6410252E4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451FAC0-1EC8-55AB-C0A8-5C7D4A648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Discover our story">
              <a:extLst>
                <a:ext uri="{FF2B5EF4-FFF2-40B4-BE49-F238E27FC236}">
                  <a16:creationId xmlns:a16="http://schemas.microsoft.com/office/drawing/2014/main" id="{1A026CC2-4C60-5D85-3A5C-AB8E9E48F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B60477A-2069-7D9E-DA3A-16B9A72C06F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821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B8D3E2-C80B-2E87-04EE-BD7D1DF3A020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4BE5E7-9DAC-23EC-BAEC-93ED1387E958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674D83-7ADE-FDE9-DEA3-0EF9A5DB6A83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A8F7DE-61FB-24B3-45B9-19F3E1AEEAA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AC3A3807-E6A4-D012-8718-D417672A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18CADBB2-D57A-3A76-DA8D-896232AE6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BEEC31F-37AE-0FFF-0249-2BAF12B8DB6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46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FB568-A30D-88AA-0424-82B77DCBE23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9C20FDA-1938-C43A-F0C3-8BFC6DAB4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0B44F39-E004-4C5B-F81F-EEF05BFF0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1F9C3D7-3E66-2A86-4C0C-EE9F7942498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8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771C13-9267-BB28-AE41-84142DB9577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259C304-1AF7-0CAF-C1E5-340569059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028B946-44BE-C351-C714-8C89C28E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E4CE2D8-ED0A-7454-6D51-B036604AB1E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38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23580-CB7F-C302-E7F1-78BB033448A6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EBCE1154-8A17-D360-4F29-4111DBBFE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8CE7BF97-A238-E577-2A3C-B514926C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A3AD82-C7F2-A123-B68E-86CD0EF6237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384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B05CA7-BA50-DA7D-E267-FF9EF804D49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B4A7B-D2E8-F8B0-56B4-E0C3D0D0A8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BB17DD6D-40CA-C539-B1A7-28FB1EAC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9AE28B0-54A6-E3B8-71C3-4A355B22863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759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4E2458-EB30-A503-BA1A-C0FEF6D1DD23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C6A326C-9E7C-B996-A16F-B96AE75FDA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8364476D-67A8-9B27-B4F7-E556D7CF4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2ACAAD1-B72B-27C7-5FAA-3AC633EF8B3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6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1A8A8-A408-1431-B463-503189976E22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9E14EAA-B930-0C13-874A-C5FCFBB862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813665E-9BAC-2242-D947-B0D99998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434C086-4D5B-5B19-1080-329B250FAFC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507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50F09-25A0-7ADB-B99B-1769A3CBEB98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703DCBA-4C6F-08D9-A62D-4A1EEFBE0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1353050-2F9D-0B07-5352-6CD7DD618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260D252-891E-703F-245B-DF8BD540E8B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625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5DCF0-3315-64E2-C876-3C41D38FC85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D2E164CA-2B82-FFCD-527A-ECA6E22A71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19FAA03F-BEF9-EB3F-06B2-A391F82DF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7A0BF7-3038-F034-EE90-50EFDD6789C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42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84508-7721-120C-9452-6264EBC9747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BDD2CE2-DD3A-B390-8238-0BC8AF88F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2B10BCC-DE1A-6D07-3D6A-CF39EE4B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ED1F933-93B2-1B67-F224-86C0DE8FDAD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240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A10D43-F432-8A11-3C99-DE92805E6A9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6BFEC0D-16E2-BB49-460D-D08C75B37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30798DEB-833B-D32D-B6EA-BE3CB5AED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4FA454-4276-0701-7032-9D03924BB0F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638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05F75C-CA18-644B-68A3-8F9F5430E8D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92D7261-B68B-6578-60BC-164B4182A3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9840DAE8-F457-63B0-19EE-56D92B3C7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3449226-9D1D-5427-0B00-7A9F984A0C5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86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F42DE2-3360-479D-B88C-D836DA09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16670"/>
            <a:ext cx="11277598" cy="2310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17BA51-5870-6A01-411C-9AAAE0857DF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76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B74F84-9D1F-662B-C67F-A5A5D4E2898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565198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B75AAD-AE11-F31B-86B9-92A6A827F470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3714AEA-4E6A-F0CB-F171-EDF6C9538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Discover our story">
              <a:extLst>
                <a:ext uri="{FF2B5EF4-FFF2-40B4-BE49-F238E27FC236}">
                  <a16:creationId xmlns:a16="http://schemas.microsoft.com/office/drawing/2014/main" id="{3899FF82-CC2E-B041-8752-13CE33D59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BE617D-E40F-FBB2-0601-E353680710B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58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089B11-C052-70F8-56CD-A13BAD755726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8CBD1C-82C2-3E62-E701-BDC6DEDE402F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C09213-2BC0-0254-103D-9B7E37EF0A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33295383-855A-623E-E896-F660C26C1B2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F9AE6B00-A5AA-3965-644E-5EA1ED8855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903C64A-88C4-B8DC-7D0E-88504FF3643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254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EC119E9-1125-563E-6DEB-740DF5059F4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182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1B2D70-9272-5EEF-F596-680A6D95FA1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11AEE77-E696-7935-E83C-999E1558B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085DC05-7669-8860-8732-851C8D2102FE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09DC47C-13FD-3D28-AF21-4760E75D1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0FF3805-5B1C-EDAC-0168-317F16FE2F5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513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106FE-7FCA-6946-58A7-E18AF0CAD3B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5DCFEE6-0D04-125F-BC4E-D4F32D4C6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CE07F2-7AE8-C1A3-6AD5-7E66D92F9D9B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62A1A8A5-68E3-BFC9-8002-451614F8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7B95EBD-50A0-0579-F5C0-F42429A5B60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105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3750FE-1F64-8BD2-D4B9-CDABEEA333EB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5729D6A-A186-ECA2-C52E-C882BC435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092C96-664F-F089-CCCA-57ACFFF199F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A4F8FBA-81F6-C0BD-73AB-99B054F04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7C8D97-E0E2-8E95-EF37-5F782BC529A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709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4D389-ED25-2C5B-B4F7-AD1F7DDFFBD5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642AB5C-9740-C6B9-8AA4-5305D7224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D29831-F640-FB15-28E3-C4EAFE43F6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9962A8E0-34E8-8EA1-B248-3A274451A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0B57AE-6E4A-6889-AE8B-02D11F7CA5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01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481D62-951D-7C6E-8A54-4258CA276F22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D1AAB-3CB0-AB1D-627E-E05198AB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D55F25-82FA-805F-A206-60F59723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F16386B3-C741-8993-EADF-CD4D0D672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DD4CCD6-4642-37CB-33EF-196FE5FAC02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60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DCB5DD-DEAA-A4C3-462D-C63F04762C40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11FE040-4872-1272-7FEB-2F6497C82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6E7DFF-0B8C-7F11-AD7F-0C6FD88FEB73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6D69BA24-862F-302B-5E6C-3B07DE24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DF14D7B-59DD-9D1B-E531-15A58A9E3A1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909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0FE026-40AF-1117-5014-E2CB79F1F8CA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06390B7-3EE1-341C-5A8F-A4623C8A4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C1D2E9-4D9C-6778-8E13-5E40B427A4F0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6F85AE3-4874-65E9-F04D-4794AFF4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7C6EDB3-D24E-D19D-AB2C-FE757F798EC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544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10" name="Picture 9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351AE9B-40B5-1FCD-5B15-D9D595659C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C28B469-C134-E3C2-A7E9-4E481CD4C4D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210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8DB1B353-152B-AC60-ABA7-FAA2D9E63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A61E3FB-EE10-2A9C-F9A2-88D592A3319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583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2ED0AFE-3C43-BC6A-3B73-BB06512B6E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48A141E-9939-04D8-EE0A-49DD3C5D99E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9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A15B223-211C-A23F-B07C-FCD9E1BA476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679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1B2D70-9272-5EEF-F596-680A6D95FA1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11AEE77-E696-7935-E83C-999E1558B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085DC05-7669-8860-8732-851C8D2102FE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09DC47C-13FD-3D28-AF21-4760E75D1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03B28F2-BDEF-230B-2AF9-34E7B7C6949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262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106FE-7FCA-6946-58A7-E18AF0CAD3B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5DCFEE6-0D04-125F-BC4E-D4F32D4C6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CE07F2-7AE8-C1A3-6AD5-7E66D92F9D9B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62A1A8A5-68E3-BFC9-8002-451614F8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C16CB08-A6FC-6EE1-B008-2C42D2C2B09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53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E17E0-1119-3C10-59FB-1FCD99FCAEC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04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4B8C1-7EDE-A3AA-18DC-947C5794BB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81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413DF-567B-928F-6340-2DB7BBD41DA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125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70034E-F505-944F-34FA-2C8A7EB3BB4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21DC253-6B10-EEFC-BC60-FD11CC7A0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046DF9B-0564-5A15-AECF-18F7A2DD4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CBDDDA2-462D-2DE5-4D4D-D2E15116078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089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021A503-7922-D7BC-AC6F-7947283C1BE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06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3C141-C435-3009-D619-191195D0A169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3918AA5-4536-B1D3-3DFE-D8E7EE79D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CAAFD44E-6167-03DD-DC37-241EECF7D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E5368A7-5363-EFC3-F384-7B9596C27DA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83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C7A155-6237-F69E-A171-2A43B5EDE9B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1BC74CB-4044-BADD-6A4E-F4E90FF18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14D859A4-8817-25D2-1090-BE0B4B673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40D620A-0D41-9D8C-39A0-AF4D2359F29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971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DF9FB-AE6B-387E-4719-5F43CB2249A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188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95670C-476F-7386-7050-F44A72265CF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9" name="Picture 8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9E171C7-9C2D-D8EB-EFB5-8794E97E6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10" name="Picture 9" descr="A close up of a logoDescription automatically generated">
              <a:extLst>
                <a:ext uri="{FF2B5EF4-FFF2-40B4-BE49-F238E27FC236}">
                  <a16:creationId xmlns:a16="http://schemas.microsoft.com/office/drawing/2014/main" id="{8F997557-D68E-A672-C559-1FBC8E2C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1A319B7-C96F-3BCB-FE94-DA5134CBFCB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656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3F156-F486-0528-7AC3-6E957FB83152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B495D94-DE2C-096C-3456-3CF9A843D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245FC9DF-5E45-6E4E-EF79-B54C85AA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F421C48-049A-1D39-70D6-ADE6E8EB5C7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492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1C604A-A2A4-C991-3E3E-5AF16E5E137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59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1552B-07F5-C269-3666-EEC84983F7EC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61F46-1A69-E30B-C0A6-C823934835D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61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96534-7457-4DE0-B171-FA42A9412605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9C92C-D6F7-7AC2-2EE9-6A7FCD88377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637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1E4054-87BE-C8EF-52C2-1AECE34622A8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38795-44A2-1902-364C-C9559CBDEA5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243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-26634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E94F1-3FE8-2900-568A-A16CBD77083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289F3-8053-6C46-5F85-8C0FB61B258D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2A07B-04A8-EB46-33CC-7283E3835ED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223463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D3C66-7AF6-4681-9034-38788B3543C1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78AD6-A356-9DD2-1BFB-49E253B5291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225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526D4-084F-A8A0-0310-CFC8365FE42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109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01DE1-C014-E622-6A6D-588266912BFA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60294-AF21-0EBC-BC78-609009CF61D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682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7CB3D3-DC86-9DC0-18B6-72BB14F8CBF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8E6393D-0846-0C3E-3D49-CCC8217B6F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C6177946-1CC4-6AA4-AA02-84EFE64FA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1B16FF4-9F8C-EFA2-7C44-778F4A39D8C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51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BF6DC-D17C-22C8-A529-EE9FAFD4AE5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356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47EC36-688F-989B-BFF9-7A0FC87613A9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C81629-16D5-6861-077C-AB92F4238F9D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F64ED1-628B-0030-EB80-06E8FDE58BAA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BA0BC4F-5371-90F9-A315-37A63B6277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7" name="Text Placeholder 7">
                <a:extLst>
                  <a:ext uri="{FF2B5EF4-FFF2-40B4-BE49-F238E27FC236}">
                    <a16:creationId xmlns:a16="http://schemas.microsoft.com/office/drawing/2014/main" id="{02A39F13-26DA-D6C5-77EA-0803C52599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74BC3837-8FA0-75AB-8870-89429A4E4C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C60F5FA-DBDB-96A5-06A9-62D1CD9D7AF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89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2579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3636B-6ABC-192D-5C4B-E0580BC2D40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9668676-EB00-43A6-2017-2E28C6B38B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24EC27F3-2BC9-5C59-AC30-5AD6CFB4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259B6D4-CCD3-AE34-46C8-3E47B4298A2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371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54F34A-8EA5-106D-308A-0289E0321A9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A3CD544-E058-243A-FC47-BFE9996BFD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A0134378-2ACE-B720-DDB3-24B89E02D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6DE25DB-83E4-1297-4A28-2255FC3FC05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13566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A5FD3-8C67-57C0-0C70-3D6E05E09E4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247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F1705-75E0-4ED2-F3F8-E4AE8EEAE4F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262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13EE3-8A05-DFE6-CADD-4427301EB9F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422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31F49-1320-C5A2-1F56-BAD4588DF38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424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7CB3D3-DC86-9DC0-18B6-72BB14F8CBF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8E6393D-0846-0C3E-3D49-CCC8217B6F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C6177946-1CC4-6AA4-AA02-84EFE64FA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435A574-7AA8-CE59-2A11-D0FD2C60DA9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045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502BD0F-5597-A8EC-847C-C4500C33548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75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FCE5210-56F0-5AF8-B7BA-E7E175AD446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254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6C2FAF1-0FB3-934C-B22B-A0FB1FFF4B9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56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A629905-5EE3-2CBD-FCF5-4A8FE131A2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629905-5EE3-2CBD-FCF5-4A8FE131A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rPr>
              <a:t>‹#›</a:t>
            </a:fld>
            <a:endParaRPr lang="en-US" sz="800" dirty="0">
              <a:solidFill>
                <a:srgbClr val="FB4D0A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86905-7509-55E9-E416-F034F2A6357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056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0BDFF-7D92-331E-8221-0245AAA08F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76CBC-8767-EB7C-93E6-5081E4F9C6C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38A28-5FED-D1F2-E6DA-5FDCF906460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90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A8B07-A18E-227E-EF75-79FFA83B2C8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227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42805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F9A8B-97C4-816E-6259-9A53F1C6173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3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15C0-9D91-D2AF-DC00-680553E0DF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84AFC-0C79-3B07-D2BA-2D8208264C3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561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991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E661A-C79C-1233-6584-A59B3C816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3E2AF-D805-5853-82C0-560D988C1D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467B5-C629-3BBD-9C7F-D64C31DC0EC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607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B9601-0F3B-3454-6504-70DE7D5AF25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07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505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F5ABC-CF91-3B68-63BD-55CE2F0FAD6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588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4_One Column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ED5A2B-E08D-33CE-6316-3613AD84BCA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ECCDECB-8548-6243-FBFA-0BF3E9BF66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79A75782-98CB-61A2-9836-2D8710320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4F2DD4F-8BA2-50E4-8734-5AE7954EFA4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82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F1C3130-2140-D680-E48A-B8878B6FB4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7193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1C3130-2140-D680-E48A-B8878B6FB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vert="horz"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327D5-5B93-FCA1-3B19-A6C5B182B4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E7BF2F-9AD9-F363-2EA3-5F2F882BBA7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E7B2E-23BE-609C-83CA-549034A2F92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18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31A4F-CB3F-D1BD-88B9-95EE165607F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223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B2953F-BB87-87E5-69C4-EA3EF699AB8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038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F59361-B8EC-A06F-7AA1-925FAA33789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8DF1909-3DC1-4A1B-106E-130942879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E9E1CD2B-D5C7-4ABA-9A4F-94E83D5E7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87DBFCC-2553-D0D6-B72D-02FAE2A4C7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479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5FB57-F087-8DEA-328F-8C54B425A58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0D19C03-50AF-4CF5-75C0-A6F99164E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B9875C1-ACE5-325E-DD7D-03A41B7D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4EFCBE7-7FBE-8114-98FE-1BCA7D4ECA3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732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0DD2C-7B49-E90E-F431-A702856EAA7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2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1641AF-921F-343D-B9D1-DDA54C2FCCA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33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1A3E5C-FDBA-0B15-6DED-24A30DCA689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295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CAAFD44E-6167-03DD-DC37-241EECF7D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60ED70-7ADD-A73C-95DD-025829F6743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701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245FC9DF-5E45-6E4E-EF79-B54C85AAF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8072A8-FD39-059C-069D-A601DA3F23A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75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3184F1B-5B26-2DCA-8BE6-F117D32F5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764682-E8EC-8560-8A12-6D38A05DBB4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785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0B44F39-E004-4C5B-F81F-EEF05BFF0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44DB7E-001E-1E6C-707F-A69A9513662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011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028B946-44BE-C351-C714-8C89C28EF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B5FC1F-B5E9-9D9F-8966-9E3E9164CC7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305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8CE7BF97-A238-E577-2A3C-B514926CB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3C4596-78C8-1BA5-72F4-2FD412C8325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007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B17DD6D-40CA-C539-B1A7-28FB1EACF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6B156D-4D02-C7E0-6C79-793316A6A67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441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8364476D-67A8-9B27-B4F7-E556D7CF4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460" y="6244958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62596F-8117-BEAD-5110-0BBA30A58CF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514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813665E-9BAC-2242-D947-B0D999981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2B8CDB-4E9A-354C-E80F-40CF9921003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986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D1353050-2F9D-0B07-5352-6CD7DD618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812D4D-A441-0013-C836-894C28494BA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86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662" y="627445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1ABA08-EE8E-9D2B-2985-24FDBE4E4CE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570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3" y="623512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E363A6-3BAC-9F8E-9A6E-E8522F10220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65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35D7C5-CD51-3503-1F99-EB4F61F0846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310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9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826D49-658D-ED4B-93EF-D286A43303A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527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1874355-2C60-C485-426B-3AC0578FC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1D5B26-244D-CB76-A7A7-1794745D214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97934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Discover our story">
            <a:extLst>
              <a:ext uri="{FF2B5EF4-FFF2-40B4-BE49-F238E27FC236}">
                <a16:creationId xmlns:a16="http://schemas.microsoft.com/office/drawing/2014/main" id="{3899FF82-CC2E-B041-8752-13CE33D59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450A1B-5B18-6F4C-A1AD-05A5922205E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101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6FEE029-E3F2-814E-81EF-C654F2D0D84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951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1" y="622086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52F48A-9C98-1A47-6F89-0B1EF7BAB14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687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5B53A121-8E7B-61B1-8275-5B24AD76E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D9E85-69E7-6D6E-7561-96438DF2715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401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3AFE49-EE66-C876-0FF1-CEB94488AE3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033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45" y="6195796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924F0A-088D-8620-527A-B6CCB3DA90E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456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C329AE-5260-22CF-EAC8-38320654A91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22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1CC2F3-D9D6-F840-94B3-4AD88110A28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352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C6177946-1CC4-6AA4-AA02-84EFE64FA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EB60AA-D98A-A93F-AAD6-C3722F6B42C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8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FBE933-58D6-3EDD-25A3-B1304F386E2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136758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14D859A4-8817-25D2-1090-BE0B4B673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B8D176-5F8C-CFF8-418D-FD515A43261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876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78782C-17A8-024E-7730-64CD1AD5198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979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4D34700-19BE-EEC8-AEA7-FB47DC4AB35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94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ADAC46-E7D4-038B-BFB1-F708269F344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06641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Discover our story">
            <a:extLst>
              <a:ext uri="{FF2B5EF4-FFF2-40B4-BE49-F238E27FC236}">
                <a16:creationId xmlns:a16="http://schemas.microsoft.com/office/drawing/2014/main" id="{1A026CC2-4C60-5D85-3A5C-AB8E9E48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73D69F-8178-4943-96B3-E9C35CF36C0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901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5B889-D99D-94E4-03EF-B23C49B2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D6528-ABDA-4CD0-8B24-8DA093E025A0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8578C-7082-5FBE-09D5-05F89071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29F61-540E-4275-CB40-CFB21ABA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4EE5D-5C9C-47F4-9957-6DAB7196B4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99012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3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6851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DA6EA-3551-8638-2C84-0135971B520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139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3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93BCC-01C3-939A-3678-3AAEDC1970B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63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72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97776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78B73-63E4-E4B6-B286-7F5FD465F1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©2024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756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B2A0C-4E2B-3EA4-1875-E8E2556F4C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064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546DD6-43BE-E081-EECE-E56B7ADA5DF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469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226CF-A8C9-1BB7-EE16-0C1FEFEAC51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862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57C73-1A02-6626-3DB5-B39D2006920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377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0A8CF-D22C-9379-19A3-32BB6094632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22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0D533-1AE9-57B1-6DDC-C93A4A40223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214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E61C-C88A-2BCA-5729-BD9DC9E4729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833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4358C-4752-AC88-56FA-0746DD96E21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286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99BECB-B844-4BE0-7C3A-515EFCE3BFE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35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FFABC-B1C6-1E5D-3B14-BD64DD60DBA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68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14C19-658A-1344-01E1-608C1842A64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820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4523E-1634-D17F-4501-4316B873C80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986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0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31295-D967-7D48-2639-6BC50ECD7CE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778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FAE87-14EF-259E-9D60-DA6751B1F14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794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1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CB718-1D72-B9B8-1FF4-2B144ED5683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2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1430000" cy="395493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0000"/>
              </a:lnSpc>
              <a:defRPr sz="2400" b="0">
                <a:solidFill>
                  <a:srgbClr val="FB4E0B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299" y="152400"/>
            <a:ext cx="11430000" cy="936385"/>
          </a:xfrm>
        </p:spPr>
        <p:txBody>
          <a:bodyPr lIns="0" tIns="0" rIns="0" bIns="0">
            <a:noAutofit/>
          </a:bodyPr>
          <a:lstStyle>
            <a:lvl1pPr marL="0" indent="0" algn="l">
              <a:spcBef>
                <a:spcPts val="0"/>
              </a:spcBef>
              <a:buNone/>
              <a:defRPr sz="1400" b="1">
                <a:solidFill>
                  <a:srgbClr val="00507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BF4EE2-8579-8BB0-E491-2FF330380C2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97498-36C2-D43C-FE46-D4CBD63C418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895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Head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F42DE2-3360-479D-B88C-D836DA09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16670"/>
            <a:ext cx="11277598" cy="2310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90DF35-878C-2965-0E72-29FAF94E4F4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645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0FA6A89-2F6E-48F8-8181-1A8E7FE1C38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766FF-8012-58B8-DC59-9C5A970CBBE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871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32900"/>
            <a:ext cx="11277600" cy="4708656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EEA63-7DE6-284F-9F05-D9A33CE7D8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4F0CFA-EE8B-45EF-ACB1-2C508059A024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09E4A-8ABC-AAA8-FF35-494FA93B782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827928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Infographic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485900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234978"/>
            <a:ext cx="3667742" cy="182298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5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493A1-97D8-49C4-09BF-E941AED3F82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665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F2AFE-520B-FED7-E4E0-979035679C5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714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2D68C-7342-826E-6C52-87269A445BB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116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06CCC-1A2F-7915-7E58-3D7BD6B796E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058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A3D61-3069-8554-0CC1-C91D286087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515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CF775-8168-9FAB-989A-4C60FD470B7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919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79147-C1D5-7D14-4B4C-9FC92168588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525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F5DA3-8FC1-AD76-CB27-5713C4F2457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631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3BDD6-0290-6445-64CE-5545DF087B9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45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BD62B-1394-E43D-4269-0E70F13DBE2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05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1EEDD-B179-44A2-C1C8-5384838AA7D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057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94F36-C8B9-BB42-148E-45D9264FFAD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338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0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1E746-6116-3623-253D-6396187CCA2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633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9074E-37BD-1FBA-1ACE-F08DC0512B8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C6A78-E1E4-CB48-9C25-444983E352A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376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872C1-E5F3-5927-DEEF-0E385FCAD0F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40BC6-56F5-2961-5C0E-4C006DD0575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698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80014"/>
            <a:ext cx="11277600" cy="61726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696600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F416F2-5474-6D73-529A-E69CD8399432}"/>
              </a:ext>
            </a:extLst>
          </p:cNvPr>
          <p:cNvSpPr/>
          <p:nvPr/>
        </p:nvSpPr>
        <p:spPr>
          <a:xfrm>
            <a:off x="9758482" y="6217363"/>
            <a:ext cx="2035956" cy="450217"/>
          </a:xfrm>
          <a:prstGeom prst="roundRect">
            <a:avLst>
              <a:gd name="adj" fmla="val 50000"/>
            </a:avLst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39ABE-DBC1-933C-7198-D57748271D8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162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9074E-37BD-1FBA-1ACE-F08DC0512B8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B30BB-D3FB-9628-D59F-503F8D9F60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740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872C1-E5F3-5927-DEEF-0E385FCAD0F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AB04A-1C62-4435-7399-7E265BEAA9B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669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58EF1-804C-93D8-C0EA-A95A060152F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494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80014"/>
            <a:ext cx="11277600" cy="61726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696600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F416F2-5474-6D73-529A-E69CD8399432}"/>
              </a:ext>
            </a:extLst>
          </p:cNvPr>
          <p:cNvSpPr/>
          <p:nvPr/>
        </p:nvSpPr>
        <p:spPr>
          <a:xfrm>
            <a:off x="9758482" y="6217363"/>
            <a:ext cx="2035956" cy="450217"/>
          </a:xfrm>
          <a:prstGeom prst="roundRect">
            <a:avLst>
              <a:gd name="adj" fmla="val 50000"/>
            </a:avLst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6113B-B90C-80E7-3547-C471C83CEBA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65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455E9-D3A5-1AB8-E8F4-597213F2AE5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75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B1BD75-F271-768B-707F-3FCDBB10176C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C640B1-5244-BB6D-D34E-E1F9AE23CFEB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5F2474-9DF8-708A-E4FE-D3DDD88761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4A31BC14-C4D2-8D72-B875-D9B11615D0A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9" name="Graphic 8" descr="Infinity with solid fill">
              <a:extLst>
                <a:ext uri="{FF2B5EF4-FFF2-40B4-BE49-F238E27FC236}">
                  <a16:creationId xmlns:a16="http://schemas.microsoft.com/office/drawing/2014/main" id="{909679E5-B477-161E-CFB4-BFCE7AFCCC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608AD2-9AFF-CCC7-E649-D74EB3141A1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84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E8E5EA-CD13-9373-CE2C-AE46C922404E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8BB5878-E982-B7FB-CB7F-261E7D4C3ACE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5C26C29-4E48-92DE-0DE4-1EBD99B571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FCA9C2A7-710F-079C-95D8-0B95C3806B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C82A71E9-37DC-4CDB-742D-170DF0062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26E2FA-B93F-E565-6E45-0F17A5328F5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30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FB568-A30D-88AA-0424-82B77DCBE23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9C20FDA-1938-C43A-F0C3-8BFC6DAB4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0B44F39-E004-4C5B-F81F-EEF05BFF0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86ADD70-843A-C251-9528-D3F238B4FFE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7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771C13-9267-BB28-AE41-84142DB9577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259C304-1AF7-0CAF-C1E5-340569059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028B946-44BE-C351-C714-8C89C28E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6155191-8691-3D57-071E-AB1F2D5147F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08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23580-CB7F-C302-E7F1-78BB033448A6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EBCE1154-8A17-D360-4F29-4111DBBFE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8CE7BF97-A238-E577-2A3C-B514926C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A8089E0-22B0-4288-B8CE-1BB516475DA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864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B05CA7-BA50-DA7D-E267-FF9EF804D49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B4A7B-D2E8-F8B0-56B4-E0C3D0D0A8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BB17DD6D-40CA-C539-B1A7-28FB1EAC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D9DE383-7B60-18B5-F740-A3D597BDD00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229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4E2458-EB30-A503-BA1A-C0FEF6D1DD23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C6A326C-9E7C-B996-A16F-B96AE75FDA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8364476D-67A8-9B27-B4F7-E556D7CF4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E3539CE-36BD-16E4-1FBF-3FE8AC8C765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54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1A8A8-A408-1431-B463-503189976E22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9E14EAA-B930-0C13-874A-C5FCFBB862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813665E-9BAC-2242-D947-B0D99998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71D034A-9685-9789-5019-994D0F982F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701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5DCF0-3315-64E2-C876-3C41D38FC85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D2E164CA-2B82-FFCD-527A-ECA6E22A71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19FAA03F-BEF9-EB3F-06B2-A391F82DF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3BEF2CA-FC44-297F-D7F5-378CD394094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242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84508-7721-120C-9452-6264EBC9747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BDD2CE2-DD3A-B390-8238-0BC8AF88F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2B10BCC-DE1A-6D07-3D6A-CF39EE4B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9DEA636-8BEE-BD7A-7E3E-FE65AB640E4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68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A10D43-F432-8A11-3C99-DE92805E6A9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6BFEC0D-16E2-BB49-460D-D08C75B37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30798DEB-833B-D32D-B6EA-BE3CB5AED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AC92B9-F7C3-8123-D88A-5E627224AD7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636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05F75C-CA18-644B-68A3-8F9F5430E8D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92D7261-B68B-6578-60BC-164B4182A3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9840DAE8-F457-63B0-19EE-56D92B3C7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795DBA5-0200-8E57-DA15-7DEA5B0CEE9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657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9FEA07-07FF-567D-BCF5-C5D5FC8E23A7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C2394A-9225-6D76-C87D-0C214D1D9BA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ED1C8A-D424-42CC-F6FB-26F1D09861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6" name="Text Placeholder 7">
              <a:extLst>
                <a:ext uri="{FF2B5EF4-FFF2-40B4-BE49-F238E27FC236}">
                  <a16:creationId xmlns:a16="http://schemas.microsoft.com/office/drawing/2014/main" id="{C0E1F82B-B5C2-4385-0CD0-2DCB481D409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7" name="Graphic 6" descr="Infinity with solid fill">
              <a:extLst>
                <a:ext uri="{FF2B5EF4-FFF2-40B4-BE49-F238E27FC236}">
                  <a16:creationId xmlns:a16="http://schemas.microsoft.com/office/drawing/2014/main" id="{FA6569E5-0319-5133-CB58-E513C0B24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2E899D-FAB8-76AF-654E-5E7C3A31E7C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911329"/>
      </p:ext>
    </p:extLst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4B8A57-B5F2-2530-421B-E4EDEBF8D02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75FE0B-91D3-913C-683B-C82928DF441E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A36E8F-FA79-ECDF-5549-13FE34A9A5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1F6988A8-F725-EEB7-F698-C86C98E2C8B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2" name="Graphic 11" descr="Infinity with solid fill">
              <a:extLst>
                <a:ext uri="{FF2B5EF4-FFF2-40B4-BE49-F238E27FC236}">
                  <a16:creationId xmlns:a16="http://schemas.microsoft.com/office/drawing/2014/main" id="{2E6853A3-845A-B1D1-53C4-2A7A5FB554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3C2F27-1DCB-1DD2-7299-2D9E6B326BC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391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2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B75AAD-AE11-F31B-86B9-92A6A827F470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3714AEA-4E6A-F0CB-F171-EDF6C9538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Discover our story">
              <a:extLst>
                <a:ext uri="{FF2B5EF4-FFF2-40B4-BE49-F238E27FC236}">
                  <a16:creationId xmlns:a16="http://schemas.microsoft.com/office/drawing/2014/main" id="{3899FF82-CC2E-B041-8752-13CE33D59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C0BCBD9-D8B1-D097-EC6E-0EBC8EEAC36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763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AC465-D9C6-4C92-15AC-EF5C0EE45B8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929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AA46F1-A517-1BED-B64E-155F8E45C66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8370D4-C3B7-CF4A-BF0A-3D71A5A2332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C501BF-CD57-A306-B915-733FBE7AAF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F81DF540-466C-36A8-CCFF-05E89294F84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5CCCF923-2880-6305-E6C7-34E5B5E390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3410F31-EC40-D4F7-8FC0-1826DEA1720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278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DAEB95-1EFF-8EFB-E1BD-76A99D7D32C5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6EA511E-D816-24F3-DF57-57A1E3A0D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3DE3A7B9-E200-734F-F3B5-45B660270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8377AB9-316E-448C-778F-CA83FF330EC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70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F0A14E-E2C5-ECE6-5B02-E4DC9F8189E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7BC5179F-DC3E-F260-9AC1-65B55A01F6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3184F1B-5B26-2DCA-8BE6-F117D32F5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30F679-58B0-B758-A4B2-8003C34511E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94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54F34A-8EA5-106D-308A-0289E0321A9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A3CD544-E058-243A-FC47-BFE9996BFD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A0134378-2ACE-B720-DDB3-24B89E02D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EE82EF2-DEB2-4CAD-5698-CEBF705245D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671692"/>
      </p:ext>
    </p:extLst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52810-F048-32AC-2592-E25230E8A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946AC-63C5-0947-6B41-CD663D3848B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F624D-9D56-26F6-6CE1-C2382BFC601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038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Heading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4BEA9A-94C3-F2D5-4BAD-9C7B86E25BB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640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7B994-D510-1437-A19B-4EA67605B23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670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02D88-93A9-2C07-6014-23D26CFB68B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006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4892884-EA7B-4156-AC86-8BFF0C1D32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4892884-EA7B-4156-AC86-8BFF0C1D32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93638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0FA6A89-2F6E-48F8-8181-1A8E7FE1C38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D59F9-E49D-97C9-5DFB-D31DA1383D3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471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5C225B-AA05-AF78-EDA6-04AC65C3B9A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909749-D98E-2249-9F49-F4A05B2EBA7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D0AF360-561D-2F4A-10B4-AE03E9B579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2" name="Text Placeholder 7">
              <a:extLst>
                <a:ext uri="{FF2B5EF4-FFF2-40B4-BE49-F238E27FC236}">
                  <a16:creationId xmlns:a16="http://schemas.microsoft.com/office/drawing/2014/main" id="{8DDB39EF-23B1-C867-BC6C-3E3575689D8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972930AC-BC62-11DF-2721-500F4A956E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1877C3-FDAE-07C5-563D-B2762D67027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191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991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E661A-C79C-1233-6584-A59B3C816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3E2AF-D805-5853-82C0-560D988C1D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F41FCB-C59C-2ABA-E982-16BBCB0240B6}"/>
              </a:ext>
            </a:extLst>
          </p:cNvPr>
          <p:cNvGrpSpPr/>
          <p:nvPr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3C76FE-C582-5EC1-D708-4CB8D2AD05EE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8DEB932-A85E-432C-A28B-20964E60E2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3" name="Text Placeholder 7">
              <a:extLst>
                <a:ext uri="{FF2B5EF4-FFF2-40B4-BE49-F238E27FC236}">
                  <a16:creationId xmlns:a16="http://schemas.microsoft.com/office/drawing/2014/main" id="{AC652654-55A7-8F79-5157-893C1D90119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4" name="Graphic 23" descr="Infinity with solid fill">
              <a:extLst>
                <a:ext uri="{FF2B5EF4-FFF2-40B4-BE49-F238E27FC236}">
                  <a16:creationId xmlns:a16="http://schemas.microsoft.com/office/drawing/2014/main" id="{789AAE41-A570-7BB5-1AEC-658106F862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89BAF0-71F2-67DC-C614-D79797C8529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358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0267C6-660B-6435-D86D-D2FB9F8C54BB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59C7D5-9B13-8D17-7A3A-1A2D9DCDA50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7CC9FD1-3895-6C9A-7E61-AFC9252F25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4" name="Text Placeholder 7">
              <a:extLst>
                <a:ext uri="{FF2B5EF4-FFF2-40B4-BE49-F238E27FC236}">
                  <a16:creationId xmlns:a16="http://schemas.microsoft.com/office/drawing/2014/main" id="{90EBE460-885D-97D5-20B8-902940781C5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5" name="Graphic 24" descr="Infinity with solid fill">
              <a:extLst>
                <a:ext uri="{FF2B5EF4-FFF2-40B4-BE49-F238E27FC236}">
                  <a16:creationId xmlns:a16="http://schemas.microsoft.com/office/drawing/2014/main" id="{38E275CB-F97E-6001-94CF-C4729FEED7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8B990E-9967-64B6-9B63-6F5ABCC0875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4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ix Infographic Boxes w/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3"/>
            <a:ext cx="11277600" cy="63500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1948039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84ABE0-31CF-D648-940C-63E5DA9211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1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A55A367-F7E2-A24B-850F-F41F079B4D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2756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77CC42-5D2C-AD42-A4E0-14DCA9D6AD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85339" y="169304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CF0045D-2B71-B84E-B96F-7032EFE40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BD4E58-4705-054E-8E5B-494A8A662A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2756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B3D0F63-6E1F-044B-BE7B-F876E84AE8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85339" y="3945463"/>
            <a:ext cx="3646488" cy="241300"/>
          </a:xfrm>
        </p:spPr>
        <p:txBody>
          <a:bodyPr/>
          <a:lstStyle>
            <a:lvl1pPr marL="0" indent="0">
              <a:buNone/>
              <a:defRPr sz="12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9074E-37BD-1FBA-1ACE-F08DC0512B88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5FF65E-BFA5-CD0B-BA3C-C1D0C2A6E9C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881749-8F3D-0495-AB5D-DA3E3876D19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F09893D-1178-156D-54BD-F73443307B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7" name="Text Placeholder 7">
              <a:extLst>
                <a:ext uri="{FF2B5EF4-FFF2-40B4-BE49-F238E27FC236}">
                  <a16:creationId xmlns:a16="http://schemas.microsoft.com/office/drawing/2014/main" id="{6EF6EB52-3856-D032-8685-AD3C0CF7B95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8" name="Graphic 17" descr="Infinity with solid fill">
              <a:extLst>
                <a:ext uri="{FF2B5EF4-FFF2-40B4-BE49-F238E27FC236}">
                  <a16:creationId xmlns:a16="http://schemas.microsoft.com/office/drawing/2014/main" id="{FE26A296-0BA6-CE7B-EF60-804ADC17DA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7AA07E8-94B2-70D8-26A2-0F06433E740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468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872C1-E5F3-5927-DEEF-0E385FCAD0F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C2F590-CE77-4361-275B-452BCEE7212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BD930C-33E0-D8C8-5F90-C3ADD792902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023A224-BB42-4785-9057-7B7C9BFE7E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2C8D3A0A-5744-2891-176E-6E44F6AFEB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2990FE67-FEE5-545D-A9DD-BD1254B0B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137CC0B-EE33-18D8-E3AB-3A5C7E0550F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857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12509F-3D07-074E-EFF0-1E164F198B80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8D1C70-C806-4DB0-E1DD-83496819B59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B71B68-0B36-450D-E2BB-E7B21EEE95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4B16C65C-F577-69BF-57AF-5A3200E596D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FA4168E1-536A-C762-9816-1D06316EC9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ACF6986-44B5-47DF-5D5C-08C98EBB5CB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294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80014"/>
            <a:ext cx="11277600" cy="61726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696600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9F416F2-5474-6D73-529A-E69CD8399432}"/>
              </a:ext>
            </a:extLst>
          </p:cNvPr>
          <p:cNvSpPr/>
          <p:nvPr/>
        </p:nvSpPr>
        <p:spPr>
          <a:xfrm>
            <a:off x="9758482" y="6217363"/>
            <a:ext cx="2035956" cy="450217"/>
          </a:xfrm>
          <a:prstGeom prst="roundRect">
            <a:avLst>
              <a:gd name="adj" fmla="val 50000"/>
            </a:avLst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36EE8B-DF4F-06D0-F097-00B15C0F8ECF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3BDE42-28CF-F97A-8905-4CAB0F2BCC7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D30EEB-0D68-629E-ADAF-14455764E2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D7B5A88D-59A1-13F4-1B4C-769EFAAA733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A2274691-F21B-3497-1056-6C4892A794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8E6DCC-9DB5-D12A-50B9-AA3522928CC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516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23ECE4-AD4E-627C-C5FF-FC1A543AEE9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2C21A7-0E2A-E02C-1EB0-28C4B7F4A8C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EEFC33-E821-9B64-E2F2-4ECF2FE15E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D25D1730-B9D3-840E-41DC-1FE4912971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353621CF-60C3-FD43-ABFE-255AE484A3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63DB128-DAA7-FA34-41B4-77F28526902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658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296EF3-A669-C27D-D6B1-896DA68F14EE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EEEB9F-C269-ACE1-E2FA-EE354C63242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17C193-D4C6-79C6-DD06-AE159C1F06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B14D968E-D3EF-721B-AA08-520464BD7F8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7786825E-A98A-EE14-769B-459478EF62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53AB091-9E27-B54F-C765-D9EB90823FE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61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19C921-F77A-C09B-B4A5-05CE29D237FA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5E47FE-A69F-0C6B-711B-5FF0BFE8ED7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94B8C1-115D-DA93-F332-07D2EF8272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B25B659D-9AC7-AD5A-32A0-902EED0181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789B2E10-BBA0-5515-C625-4ABFB47147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6F26D3E-2343-2310-3EC0-953159382F8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3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0DE7E2-5B6E-9BBD-0EE7-9E2332165C22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57C047-F443-CCC4-73E2-1A035470547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0700EE-C047-3BF7-6FBF-2EE2F3ED72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8D789A9A-9CA9-74EF-5B4A-9DCB3F8937F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79656F7-58BC-F386-94D6-21259D0B02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55525A1-83EC-5123-CCC1-CDEFDB685D3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793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D3F86C-9D1C-9505-4781-D6EFA38E21E0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6DEAE1-255F-289A-B9BA-F476B5C4780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C0D1D7-9A86-21F7-F92A-A84C4A557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2" name="Text Placeholder 7">
              <a:extLst>
                <a:ext uri="{FF2B5EF4-FFF2-40B4-BE49-F238E27FC236}">
                  <a16:creationId xmlns:a16="http://schemas.microsoft.com/office/drawing/2014/main" id="{85E5CD9A-68B4-B667-B19A-BBDC8E01B6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7C62979A-11EF-3C47-24C4-F7FF97F34D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3259BB9-2124-9B1D-B042-37255E95AD9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381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E825BF-DB29-8675-40C3-A41099C6BF4B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D0F837-134E-143B-B8C1-791E9AAD62C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906483-95EF-19BA-5C8E-B8977C0AA9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A1B5C971-0D44-ACBB-A3F1-A75112AB24A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9" name="Graphic 8" descr="Infinity with solid fill">
              <a:extLst>
                <a:ext uri="{FF2B5EF4-FFF2-40B4-BE49-F238E27FC236}">
                  <a16:creationId xmlns:a16="http://schemas.microsoft.com/office/drawing/2014/main" id="{DC1E4272-874A-5CE4-3A28-EBEF3FAE09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3E77DCE-49A4-9D3C-3E8B-A295618BE85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775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611747-AFE6-0358-632A-90D4335064F8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16CF9C-3DC6-4F59-7846-B76C45F2DB1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FEC5AA-147D-3C26-C99E-3D4F99F1B5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FA092230-9135-D31B-6DDE-3BFD8065AB0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1E65EDC9-B837-3EC7-C5AA-A82C1282D6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654450D-732F-AFB6-7580-12601C01EA1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572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1CBEB3-710E-2215-BA00-4269D53592AD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73E89F-60AD-9450-2C26-850E40E3648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F41453-971A-C73C-3E86-CCAB10CBB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4759CB69-32C8-220A-6ED4-BD9CE9B384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8CDE47D2-0E41-E774-8DAE-EA6F4D89FA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B2E27AE-A143-8F28-CC16-A1D1DEBD4D7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849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BDE46C-8406-B1CE-72CC-E575A427EB04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28C041-A0E5-B2CD-87ED-62492E43D6F3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4B19A1-B25D-1BC0-8895-17E735C09E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2849681D-8A29-0AF5-83BC-B0A306E0BBD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4C71000C-4D48-E171-F8D6-EF6DDAC520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5697082-8871-029C-236D-1982AA95848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966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5317D9-542B-8426-5F29-3AA8F20CB0D9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AF52B7-C4DD-5403-BBE2-52E95EED526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96F060-029C-DDAA-D08C-83D2A0F235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ACA7D9E7-7523-99FA-229F-5FB6D32FFD3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E7350A2C-0D1F-9DE5-7886-71C83F61D5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3A95F3C-8F9E-A2F1-36EC-649B934498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341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048DE6-C4B1-1DCC-7481-A89F236CB49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49956E-6F75-8202-53A4-C1602250604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C91FAC-2750-7058-248D-9CB53FCBC7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36E4BF25-9B89-D676-8725-A1464912261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9B037BD4-38D1-D950-0088-3A96DC6D96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4B6033-C878-DB06-2BB2-5F8BC1D5E9D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79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646AA5-6C4D-8A80-2D01-B19550CEA017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2446CF8-186B-B422-DF59-AEB32D47EE1A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DF06E9-4CDB-3D1D-8B9C-6633DF2DA0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9687ED1F-DC84-B64E-8CAC-9A8B1DED3E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960E143B-0AB2-9076-548B-0E759F2CBB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981B9A9-0617-CE51-F570-DDAFE7B5BAC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157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Head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F42DE2-3360-479D-B88C-D836DA09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16670"/>
            <a:ext cx="11277598" cy="2310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81398C-E403-3AE7-C8BA-1491937C26FF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481889-AD98-69D2-861D-A0295023C24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5BB1C82-A43C-0932-97AA-8504DE5B97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37E8C69B-2E78-A52E-22CF-8A87B9755E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7C928745-021E-6067-7BC7-C88AD5C4A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255091F-7B58-1145-92C9-4C0A1FDD1AA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486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E8E37-DAA8-0771-6FDD-35A52AFD2813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6E690F-64BA-C2E7-BD80-B2CDDBBBA4D8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4E9BAB-3118-B516-FF7C-A24901B16D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F6D0D63D-B8BB-B4FB-8DFF-324E8BACAC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777C3879-51CE-CEC7-BFB2-9F3D0CD046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3E33EF9-8221-0873-90A7-E5323DCD498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54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69AD67-2141-6A46-0EE2-64B9CF24E72E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8792A7-A3F2-7681-203C-B0ADDE9DD6E8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DC69D36-195C-CB34-F4A6-3B362E30CA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08DB40CC-4175-4B0D-2A62-01041C55153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2" name="Graphic 11" descr="Infinity with solid fill">
              <a:extLst>
                <a:ext uri="{FF2B5EF4-FFF2-40B4-BE49-F238E27FC236}">
                  <a16:creationId xmlns:a16="http://schemas.microsoft.com/office/drawing/2014/main" id="{58646801-B0AF-BA8D-8AC7-12BC1FC1E7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C37F43-0FD5-7C15-39BA-BABAFEB03A8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543415"/>
      </p:ext>
    </p:extLst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8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7A6E17-7EED-5141-DEC4-AB9C5D6F9D6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EB6E52-7BB1-8B9A-7E87-8BD76E4CC9B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EC4AC4-1ED2-3128-867D-5C6027E14A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B672EB32-19DC-16E2-4B81-8154F0CE3F0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C43EC5A4-53A6-8001-F190-DAA9E57165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C39FBC-074D-10F9-DE83-4579409FFEE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64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ACBA38-9EF0-AFBB-108C-CF8DADA03C81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7D8A6E-4F4D-E6E8-A74D-E4643C18A7F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05D8A9-7ABD-A10E-6C2D-4E2576BCD0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5595A737-B095-26C9-744D-DC1CFA28B8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A9B17DA9-D913-835D-78E9-0913FFA789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32088CA-F1E0-2421-B748-F23C90B5E14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462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4E2D36-44DA-4E1C-6729-20BF5D6AFC66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FD163D-9441-1D87-61F0-677D9619480A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C14339A-A587-6D6A-E248-E33B5EE8B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6B74EDCA-5B55-9276-F307-5F61030B54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0BE15FA6-6BA9-9536-7F19-627CE3854E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19DE224-C5CC-341A-31F2-2BBE46E8BA7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548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197CA2-EBDD-5C5F-0974-2869E08A4693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6FC68C-F756-D985-ADB0-AE66092CCA1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B101FF-00D0-C868-651D-EA5314F2C8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C4FC489F-E3EF-975D-A3F5-247C58BBF7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D6909CC2-67E1-75D2-FE3F-E6DBDABBB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96681C6-E964-5129-DF30-1651D57F677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37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D7DC782-AA4D-D530-0172-99D42550D07B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3500EF-6746-1E79-294C-3911BB5A0919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1DCB94-CB37-0379-95F7-AC88FD2FBF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0" name="Text Placeholder 7">
              <a:extLst>
                <a:ext uri="{FF2B5EF4-FFF2-40B4-BE49-F238E27FC236}">
                  <a16:creationId xmlns:a16="http://schemas.microsoft.com/office/drawing/2014/main" id="{70C30E69-AE1C-9627-B448-F8715C71C0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2F21969-18FF-268D-8A8C-BBBEDF0293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4C5BBF0-CFD8-835D-8FF6-CD8342E6034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82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B1A0CF-0DEC-D6DE-7816-8AC01554428D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DA1A0F-D6C1-E2DC-D7C9-A1940205263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135E585-D42D-8E64-15F7-741974FAF8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D851F720-49DF-BDB0-29D6-5DBD83917E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9AD627CD-717C-6E4E-DAC0-21D2B09FF0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A73EE0C-1B1C-25F1-F0D7-0960F1822AF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295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A1483F-C91A-2767-774C-6318E986D261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7E3965-8FB5-4E2E-98DD-6BBF4C2FC96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86513D-480B-9EE8-4292-2970B5CBD1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44975C28-A412-6E4D-70D5-C53CAC8D65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106B0E8E-068B-8A15-55B2-7E1B26C31F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65A741-97C8-C2B0-CABB-BFDDACFDCDA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906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520A63-DBB5-9256-F235-6C9ACF136D5D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81CB50-4132-BEA9-3041-6E388471FDA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FBB04F-F993-EDF3-377D-D830C6E51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D43FB00B-AC88-5FDF-30CD-0CEA80B44B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B0F9607-A5A9-A7CB-6CC3-DEB4A2C1FF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2DD7347-F46D-A93A-085F-36F4538A832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310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B0DE6-608B-EE77-46DC-63B5D62D67C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3C7261-4E90-4056-FADD-0DB7E0BDF592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6B37B8-DBB5-4377-7126-9B1002D65F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2447BCD0-7C23-5EE1-B77B-466A2E5CED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B91CC465-4821-4F04-0DE4-D5BDB6DFB8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0662257-C82D-1A9A-4FD6-468E840569A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B86365-69EC-4DE4-94DD-467D3ECDAADC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8869FE-7014-DD18-B680-56ECC12961A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008795-B02C-2640-13FF-E64372E9AC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BDA82073-58AB-B34D-5FDF-F3D1D126FEF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34FF683E-39C9-AB05-D326-56FB10233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2664F6B-C8CA-0F3D-D4C5-FE066EFE8A0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8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5EE001-6D23-272B-6CE7-2F4D7D951AE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84D778-42A7-B0ED-C559-AC9B741E602B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3AA02B-0911-C064-F264-935366736E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5FA825B0-0ED2-36F4-4B9B-54252859F43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B42CB5C0-11A7-9ECF-4FC5-51A3DBD94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BDEA1B-7E74-9ABF-A01F-75BA7CC7709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888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3750FE-1F64-8BD2-D4B9-CDABEEA333EB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5729D6A-A186-ECA2-C52E-C882BC435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092C96-664F-F089-CCCA-57ACFFF199F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A4F8FBA-81F6-C0BD-73AB-99B054F04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27AF638-9020-BFC7-6F3C-D58EA88B2DC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150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4D389-ED25-2C5B-B4F7-AD1F7DDFFBD5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642AB5C-9740-C6B9-8AA4-5305D7224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D29831-F640-FB15-28E3-C4EAFE43F6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9962A8E0-34E8-8EA1-B248-3A274451A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2B574E1-1ECF-56A3-CD1C-77139991192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8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481D62-951D-7C6E-8A54-4258CA276F22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D1AAB-3CB0-AB1D-627E-E05198AB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D55F25-82FA-805F-A206-60F59723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F16386B3-C741-8993-EADF-CD4D0D672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85F33C7-EDD7-8AB4-B90A-88300E84F1D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428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DCB5DD-DEAA-A4C3-462D-C63F04762C40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11FE040-4872-1272-7FEB-2F6497C82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6E7DFF-0B8C-7F11-AD7F-0C6FD88FEB73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6D69BA24-862F-302B-5E6C-3B07DE24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48B293-1E70-B42B-E528-715CA5EE3A3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980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0FE026-40AF-1117-5014-E2CB79F1F8CA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06390B7-3EE1-341C-5A8F-A4623C8A4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C1D2E9-4D9C-6778-8E13-5E40B427A4F0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6F85AE3-4874-65E9-F04D-4794AFF4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732F1E-884A-665A-620B-E5A4F55B8E9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66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10" name="Picture 9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351AE9B-40B5-1FCD-5B15-D9D595659C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82F091-ED7E-5D2A-AE22-7FE8AA329CD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6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8DB1B353-152B-AC60-ABA7-FAA2D9E63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C5E6524-4E83-7FD0-2F7F-5AD52B64249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233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2ED0AFE-3C43-BC6A-3B73-BB06512B6E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DA69DD7-4C44-E9C6-1C51-D59913DA0BE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427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3C141-C435-3009-D619-191195D0A169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3918AA5-4536-B1D3-3DFE-D8E7EE79D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CAAFD44E-6167-03DD-DC37-241EECF7D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B0C8A5-784D-0CA9-7207-D892E7FA207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255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A61093-E9D7-F39A-896B-C6B28CAD941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D0EA92F-BE7B-5F9D-3DBC-3A8B5E2B5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77CE98E1-86AF-6006-2C85-C9A3CF7C6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0276DA3-C8FE-7D7F-5FA5-A2F310C5F5E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707832"/>
      </p:ext>
    </p:extLst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C7A155-6237-F69E-A171-2A43B5EDE9B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1BC74CB-4044-BADD-6A4E-F4E90FF18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14D859A4-8817-25D2-1090-BE0B4B673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27BFCF-B91A-D465-7455-8A326698695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111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F4ACA-E7D6-7990-7D41-749BAC8C452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07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95670C-476F-7386-7050-F44A72265CF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9" name="Picture 8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9E171C7-9C2D-D8EB-EFB5-8794E97E6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10" name="Picture 9" descr="A close up of a logoDescription automatically generated">
              <a:extLst>
                <a:ext uri="{FF2B5EF4-FFF2-40B4-BE49-F238E27FC236}">
                  <a16:creationId xmlns:a16="http://schemas.microsoft.com/office/drawing/2014/main" id="{8F997557-D68E-A672-C559-1FBC8E2C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9E5BDA6-A609-84B0-592A-F5C27BD9A8A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2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3F156-F486-0528-7AC3-6E957FB83152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B495D94-DE2C-096C-3456-3CF9A843D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245FC9DF-5E45-6E4E-EF79-B54C85AA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159C188-02F6-2A4F-25A4-A141185B4EE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239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555883-065A-98BA-3B96-FED8F0E89E6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773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9AC33B9-9DDB-96A6-BA81-1703E9195E9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68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A61093-E9D7-F39A-896B-C6B28CAD941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D0EA92F-BE7B-5F9D-3DBC-3A8B5E2B5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77CE98E1-86AF-6006-2C85-C9A3CF7C6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B4454FE-B2D4-82EF-D666-6ED0A2929DD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026541"/>
      </p:ext>
    </p:extLst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07BEB53-F265-2B16-E29D-EDDE15D41E1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5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BD48F38-3BD1-7EFB-1EDA-367287A5E72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422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97FF5-4E94-4B57-C124-2E46BB4806E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90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A629905-5EE3-2CBD-FCF5-4A8FE131A2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629905-5EE3-2CBD-FCF5-4A8FE131A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rPr>
              <a:t>‹#›</a:t>
            </a:fld>
            <a:endParaRPr lang="en-US" sz="800" dirty="0">
              <a:solidFill>
                <a:srgbClr val="FB4D0A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24BBC-A35A-42A4-F3D7-3C2D7CF2E05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953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0E87C27-5989-2D52-64F8-0B5565947C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424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0BDFF-7D92-331E-8221-0245AAA08F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76CBC-8767-EB7C-93E6-5081E4F9C6C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71DFC-A121-EE12-8140-235D5C617FD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30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7D6B6-64BF-EBD2-9272-2ABAA76B360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962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Head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F42DE2-3360-479D-B88C-D836DA09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16670"/>
            <a:ext cx="11277598" cy="2310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30E08-3F46-1A33-76A1-A371436124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99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52810-F048-32AC-2592-E25230E8A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946AC-63C5-0947-6B41-CD663D3848B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6CA49-27A4-DF6A-8D5F-CD07304A3AD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905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ing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4A02B-5C69-C5D1-7FFA-2396915B7E7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007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71498-D9CD-1E34-BB7E-AD81E9C9E05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939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A1C47-05FB-B2C0-86C0-8B42C8B4E3D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205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4892884-EA7B-4156-AC86-8BFF0C1D32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4892884-EA7B-4156-AC86-8BFF0C1D32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93638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0FA6A89-2F6E-48F8-8181-1A8E7FE1C38F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D2534-7D8D-E6AA-9423-60B7271648F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106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331C0-8604-1B37-D0FB-5B75BC63976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76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42805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A8A00-5149-7709-649D-5CBB836DA73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264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15C0-9D91-D2AF-DC00-680553E0DF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D09FA-E66C-BBA9-2AE1-F2119410F23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544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991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E661A-C79C-1233-6584-A59B3C816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3E2AF-D805-5853-82C0-560D988C1D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BF786-0443-3472-D348-B031FC3876F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183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A7FE95-4881-CED3-82C4-69D6410252E4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451FAC0-1EC8-55AB-C0A8-5C7D4A648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Discover our story">
              <a:extLst>
                <a:ext uri="{FF2B5EF4-FFF2-40B4-BE49-F238E27FC236}">
                  <a16:creationId xmlns:a16="http://schemas.microsoft.com/office/drawing/2014/main" id="{1A026CC2-4C60-5D85-3A5C-AB8E9E48F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5200296-BF1B-EB38-C0F3-A774B54C44C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8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6734D7-4D03-128D-7CF2-B8E2A06E790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547554"/>
      </p:ext>
    </p:extLst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70034E-F505-944F-34FA-2C8A7EB3BB4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21DC253-6B10-EEFC-BC60-FD11CC7A0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046DF9B-0564-5A15-AECF-18F7A2DD4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EED97B2-0ED9-7669-6E6D-4D354D5288E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342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DAEB95-1EFF-8EFB-E1BD-76A99D7D32C5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6EA511E-D816-24F3-DF57-57A1E3A0D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3DE3A7B9-E200-734F-F3B5-45B660270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29D081B-470C-1359-95DC-429FCC7A0B5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696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6F7F2-D775-0CDF-C607-35BFBC09E71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949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505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F54D5-E07C-F4A0-A3EF-C96308D940C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640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C11E4-2F14-B95A-E63E-E38DEB44385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726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60CCA-D866-5097-890D-74BB3B7835D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455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0_One Column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ED5A2B-E08D-33CE-6316-3613AD84BCA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ECCDECB-8548-6243-FBFA-0BF3E9BF66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79A75782-98CB-61A2-9836-2D8710320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CFFA9E-69C3-7797-2AF4-7CC50CBBE19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03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F1C3130-2140-D680-E48A-B8878B6FB4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7193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1C3130-2140-D680-E48A-B8878B6FB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vert="horz"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327D5-5B93-FCA1-3B19-A6C5B182B4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E7BF2F-9AD9-F363-2EA3-5F2F882BBA7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FC416-0876-8824-5784-C3FB49777D8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031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F0A14E-E2C5-ECE6-5B02-E4DC9F8189E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7BC5179F-DC3E-F260-9AC1-65B55A01F6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3184F1B-5B26-2DCA-8BE6-F117D32F5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9379C30-81CE-CD7B-79EA-2D6CD9248E6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232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D0EA2-3058-C8BD-F119-26C99A79AB5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19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D042EB-FFBD-4C01-D89E-10A2ACC9A76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56820"/>
      </p:ext>
    </p:extLst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7343C-FFDA-7C71-37EA-DA3113D67D8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401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521323-0595-B521-A23E-716A1305661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4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F59361-B8EC-A06F-7AA1-925FAA33789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8DF1909-3DC1-4A1B-106E-130942879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E9E1CD2B-D5C7-4ABA-9A4F-94E83D5E7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5F7F370-ABE8-68AF-E252-6D22CC30CCE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429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5FB57-F087-8DEA-328F-8C54B425A58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0D19C03-50AF-4CF5-75C0-A6F99164E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B9875C1-ACE5-325E-DD7D-03A41B7D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5CFB8B6-1115-6BDD-0CCA-B97E09D76AD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715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8D1CF-1000-C770-DB62-A15833DC236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23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2F75FCD-463E-9193-0B85-7A94ACC24A2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090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7F8A74A-F90A-D5B5-55B2-06648D46A27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70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90B1B9-3C4E-4A29-CF64-A14418B2867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987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4E14E82-7B95-72BA-96CF-C56A5B9771D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220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CAAFD44E-6167-03DD-DC37-241EECF7DA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A039B6-D530-E07F-94F4-95B89F1F213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281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245FC9DF-5E45-6E4E-EF79-B54C85AAFB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77B04-D969-1D8D-5E75-2D09F2CE610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12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3184F1B-5B26-2DCA-8BE6-F117D32F546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0FC7AF-3672-A51B-4AD1-3D8FDE048B0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130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0B44F39-E004-4C5B-F81F-EEF05BFF0C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D90FD6-249D-91E2-79C5-B08034613DB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68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028B946-44BE-C351-C714-8C89C28EF9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8C92EB-D81A-84F2-4CFF-29E5EF16C7B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632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8CE7BF97-A238-E577-2A3C-B514926CB0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5DDEEF-2129-7FAC-A696-580B723C031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024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B17DD6D-40CA-C539-B1A7-28FB1EACFC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D39B79-D629-DAD0-496A-D5B8ADEA31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788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8364476D-67A8-9B27-B4F7-E556D7CF48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460" y="6244958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9521A0-9EA7-437E-9767-1ED1D1B6252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11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813665E-9BAC-2242-D947-B0D999981D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3BB341-FF58-4EDD-BFE1-266332BE2E4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289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D1353050-2F9D-0B07-5352-6CD7DD6189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665228-5BA0-2519-9B88-8555EEA2962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15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662" y="627445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45B094-24B4-4F10-441C-83EB19AEFDF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595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3" y="623512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9A2941-24D9-D69F-1B62-A84C15B0467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71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21AD09-30C9-F96F-DB0A-6BE9B5960A9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60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9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6868F4-FAB8-0FF8-731F-F31554A14D2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201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1874355-2C60-C485-426B-3AC0578FC0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B5DDCB-D7D1-C967-8E15-AD3A919A4AA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09385"/>
      </p:ext>
    </p:extLst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Discover our story">
            <a:extLst>
              <a:ext uri="{FF2B5EF4-FFF2-40B4-BE49-F238E27FC236}">
                <a16:creationId xmlns:a16="http://schemas.microsoft.com/office/drawing/2014/main" id="{3899FF82-CC2E-B041-8752-13CE33D59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31C570-42E8-56B9-BD2E-C9CA227F71E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64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92D8A4B-695B-52DD-77EE-4073049943D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159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1" y="622086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60B4A0-FB98-05BA-2C63-7B7C035D53A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742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5B53A121-8E7B-61B1-8275-5B24AD76E4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7B3594-7129-1ACA-B9F9-0B2B5C530A6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15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75C9E7-F14C-0975-3085-8066D2E8A4D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6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45" y="6195796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7B22-2B41-8D4B-4540-74697624995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644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16F713-6BDA-60F6-6CC8-DE923D6BC0A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48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884285-E403-EFED-DA21-314C25E3CA2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819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C6177946-1CC4-6AA4-AA02-84EFE64FA3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10CB4F-9D31-E0AE-9FBC-BB43400508C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30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89A434-C6A0-178F-8876-081A3316848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82191"/>
      </p:ext>
    </p:extLst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14D859A4-8817-25D2-1090-BE0B4B6732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CFAE75-FE5A-A340-E1C8-AE2F73965DF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17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BD98D5-4EC9-E5DB-2B2F-13ABF647CC8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009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3A2EEC2-BA68-AAE9-1E0F-62FAE2E07CB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597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519888-B491-D3F2-852C-9D7FF1F1910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50108"/>
      </p:ext>
    </p:extLst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Discover our story">
            <a:extLst>
              <a:ext uri="{FF2B5EF4-FFF2-40B4-BE49-F238E27FC236}">
                <a16:creationId xmlns:a16="http://schemas.microsoft.com/office/drawing/2014/main" id="{1A026CC2-4C60-5D85-3A5C-AB8E9E48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11717C-8ADA-9CDD-7E56-39A6F42451B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785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47203-6CB1-CFD1-3EDF-B9A928AED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7A6514-E309-6441-4E37-DB3F4A9A1F1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7A63CA-D454-CC3B-3AD0-243D64FAED1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C86221-5580-5359-E587-8E60F3C6D5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0" name="Text Placeholder 7">
              <a:extLst>
                <a:ext uri="{FF2B5EF4-FFF2-40B4-BE49-F238E27FC236}">
                  <a16:creationId xmlns:a16="http://schemas.microsoft.com/office/drawing/2014/main" id="{9AF350EF-5FC5-0066-42F0-24A524A483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1" name="Graphic 10" descr="Infinity with solid fill">
              <a:extLst>
                <a:ext uri="{FF2B5EF4-FFF2-40B4-BE49-F238E27FC236}">
                  <a16:creationId xmlns:a16="http://schemas.microsoft.com/office/drawing/2014/main" id="{2458E6D4-F3B6-9893-4E70-83BB2DEA10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BB03899-6689-3357-8C6F-766BA806AF6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29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62E16E-9984-C6AF-9701-C8D3E63C998C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47DE90-59F4-6E63-06B2-31E5BA9BC243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3CAE6D-FCE1-B79B-C172-A4CFA9E2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A311737F-884B-934D-6758-8FEDFF94B5A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AA8ADDE7-D835-8119-258C-D1943AC648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4C9F6DB-72B6-59C9-82CB-53542DFDD5F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9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50409-DF82-7887-D1E9-AE30094D3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929F4-9079-DA9A-0548-566CC51A0E2B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53FD6-3AFF-86FF-93B8-D5BBA5CE44E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72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47203-6CB1-CFD1-3EDF-B9A928AED25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30F6D-41AB-F339-B1C4-1DB861C727F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292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4E1E3-7416-DE7C-A3B6-2D56D16A6DB6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B6FC78-C489-A9A8-BD5A-A262C7955DC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9B19E7-6AA7-48CE-5E78-BF3203DA0E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3BDB5ABA-916C-3693-56C6-A9CE5F87DA4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C3DC53DE-D128-1A48-1BFD-2D378414E7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B7FC3E-897F-CEF0-61D0-0927FA015B1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635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B0F24D-5452-FE18-F6C1-73598C969CF9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5233D1-A237-BD3B-E86C-3D20C08A9240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06B590-E9A4-FD62-14F9-8335C6F0D646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FB62C9C-4A1E-1759-1997-F74D37E13C9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C19548AE-F194-2364-F6D3-FECF6D46DF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75903381-D0EB-6C8D-37E9-DB1D04060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C269508-3533-E378-6424-F0F2A5C288E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903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50F09-25A0-7ADB-B99B-1769A3CBEB98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703DCBA-4C6F-08D9-A62D-4A1EEFBE0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1353050-2F9D-0B07-5352-6CD7DD618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F0682F6-B1A2-91A1-9635-5F366B2E841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50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D059C-5E35-BE68-57A8-267F9D737DA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928651"/>
      </p:ext>
    </p:extLst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A7FE95-4881-CED3-82C4-69D6410252E4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451FAC0-1EC8-55AB-C0A8-5C7D4A648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Discover our story">
              <a:extLst>
                <a:ext uri="{FF2B5EF4-FFF2-40B4-BE49-F238E27FC236}">
                  <a16:creationId xmlns:a16="http://schemas.microsoft.com/office/drawing/2014/main" id="{1A026CC2-4C60-5D85-3A5C-AB8E9E48F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5434A5A-5829-9AF8-5DB4-7C96DF718ED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220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B8D3E2-C80B-2E87-04EE-BD7D1DF3A020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4BE5E7-9DAC-23EC-BAEC-93ED1387E958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674D83-7ADE-FDE9-DEA3-0EF9A5DB6A83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A8F7DE-61FB-24B3-45B9-19F3E1AEEAA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AC3A3807-E6A4-D012-8718-D417672A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18CADBB2-D57A-3A76-DA8D-896232AE6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B80FE85-3A11-4948-BAF9-44D6460C6DE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64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FB568-A30D-88AA-0424-82B77DCBE23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9C20FDA-1938-C43A-F0C3-8BFC6DAB4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0B44F39-E004-4C5B-F81F-EEF05BFF0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9F54B58-D694-30E6-0BBA-CB60BA95419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088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771C13-9267-BB28-AE41-84142DB9577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259C304-1AF7-0CAF-C1E5-340569059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028B946-44BE-C351-C714-8C89C28E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3DB648-8766-7836-B083-F72C848AE0A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83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23580-CB7F-C302-E7F1-78BB033448A6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EBCE1154-8A17-D360-4F29-4111DBBFE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8CE7BF97-A238-E577-2A3C-B514926C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7271C67-A576-AD24-7E80-E91912AC454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324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B05CA7-BA50-DA7D-E267-FF9EF804D49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B4A7B-D2E8-F8B0-56B4-E0C3D0D0A8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BB17DD6D-40CA-C539-B1A7-28FB1EAC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B1C182-8107-DF1D-DB99-3B13A859C72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302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4E2458-EB30-A503-BA1A-C0FEF6D1DD23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C6A326C-9E7C-B996-A16F-B96AE75FDA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8364476D-67A8-9B27-B4F7-E556D7CF4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A5F1DD6-F561-3149-7566-954FBFA2CF1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703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1A8A8-A408-1431-B463-503189976E22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9E14EAA-B930-0C13-874A-C5FCFBB862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813665E-9BAC-2242-D947-B0D99998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EE8FE5B-F993-F2DE-1327-CBF86C94F08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855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50F09-25A0-7ADB-B99B-1769A3CBEB98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703DCBA-4C6F-08D9-A62D-4A1EEFBE0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1353050-2F9D-0B07-5352-6CD7DD618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18A7A13-4F1B-7B8D-E769-6F6550E3466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585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5DCF0-3315-64E2-C876-3C41D38FC85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D2E164CA-2B82-FFCD-527A-ECA6E22A71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19FAA03F-BEF9-EB3F-06B2-A391F82DF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DD03915-CC63-F5A1-4F8B-9A25026846A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74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84508-7721-120C-9452-6264EBC9747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BDD2CE2-DD3A-B390-8238-0BC8AF88F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2B10BCC-DE1A-6D07-3D6A-CF39EE4B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2EC01B5-B980-CC54-AEBB-E528A69F795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521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A10D43-F432-8A11-3C99-DE92805E6A9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6BFEC0D-16E2-BB49-460D-D08C75B37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30798DEB-833B-D32D-B6EA-BE3CB5AED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AF8063C-F399-25CE-1081-26C1079AD40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464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05F75C-CA18-644B-68A3-8F9F5430E8D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92D7261-B68B-6578-60BC-164B4182A3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9840DAE8-F457-63B0-19EE-56D92B3C7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FA5250C-2445-BB77-9C2A-BC52F56CDE1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061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Head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F4ECE5-FCFF-41DB-B0ED-6E7E0D95E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7725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F42DE2-3360-479D-B88C-D836DA09E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16670"/>
            <a:ext cx="11277598" cy="2310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0382A-903B-DDBC-7139-727918B34F6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709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30387-AB0B-2061-1574-ACA10BCD509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877667"/>
      </p:ext>
    </p:extLst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1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B75AAD-AE11-F31B-86B9-92A6A827F470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3714AEA-4E6A-F0CB-F171-EDF6C9538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Discover our story">
              <a:extLst>
                <a:ext uri="{FF2B5EF4-FFF2-40B4-BE49-F238E27FC236}">
                  <a16:creationId xmlns:a16="http://schemas.microsoft.com/office/drawing/2014/main" id="{3899FF82-CC2E-B041-8752-13CE33D59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0C4AF7-5DCE-1229-892A-8E812355E4F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48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089B11-C052-70F8-56CD-A13BAD755726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8CBD1C-82C2-3E62-E701-BDC6DEDE402F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C09213-2BC0-0254-103D-9B7E37EF0A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33295383-855A-623E-E896-F660C26C1B2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F9AE6B00-A5AA-3965-644E-5EA1ED8855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562B0C0-1B84-6E18-6CCC-4899D1CB42D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332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D896CB-5AA8-C6D1-A09E-E4916C2FB2B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126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1B2D70-9272-5EEF-F596-680A6D95FA1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11AEE77-E696-7935-E83C-999E1558B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085DC05-7669-8860-8732-851C8D2102FE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09DC47C-13FD-3D28-AF21-4760E75D1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BA31FA-14B4-7514-F64D-1A1787FAC6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857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106FE-7FCA-6946-58A7-E18AF0CAD3B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5DCFEE6-0D04-125F-BC4E-D4F32D4C6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CE07F2-7AE8-C1A3-6AD5-7E66D92F9D9B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62A1A8A5-68E3-BFC9-8002-451614F8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B5362C2-0ED4-053D-0CB5-28739E03C84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06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3750FE-1F64-8BD2-D4B9-CDABEEA333EB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5729D6A-A186-ECA2-C52E-C882BC435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092C96-664F-F089-CCCA-57ACFFF199F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A4F8FBA-81F6-C0BD-73AB-99B054F04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7DFB870-E1AD-AD4F-86DA-6B597021E2A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087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4D389-ED25-2C5B-B4F7-AD1F7DDFFBD5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642AB5C-9740-C6B9-8AA4-5305D7224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D29831-F640-FB15-28E3-C4EAFE43F6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9962A8E0-34E8-8EA1-B248-3A274451A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A988297-A40A-21CD-DFC5-6B98A790A55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08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481D62-951D-7C6E-8A54-4258CA276F22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D1AAB-3CB0-AB1D-627E-E05198AB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D55F25-82FA-805F-A206-60F59723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F16386B3-C741-8993-EADF-CD4D0D672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1CFB08-BAF0-8444-5CE1-A3DA85E7FC6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11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DCB5DD-DEAA-A4C3-462D-C63F04762C40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11FE040-4872-1272-7FEB-2F6497C82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6E7DFF-0B8C-7F11-AD7F-0C6FD88FEB73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6D69BA24-862F-302B-5E6C-3B07DE24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B912562-749C-FD08-7A81-2F57080DEA0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960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0FE026-40AF-1117-5014-E2CB79F1F8CA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06390B7-3EE1-341C-5A8F-A4623C8A4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C1D2E9-4D9C-6778-8E13-5E40B427A4F0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6F85AE3-4874-65E9-F04D-4794AFF4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36572A-DCA9-6D3C-2E6A-449C5D96708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47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10" name="Picture 9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351AE9B-40B5-1FCD-5B15-D9D595659C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693548-06AA-1966-E4CD-3CC5D2DF604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426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8DB1B353-152B-AC60-ABA7-FAA2D9E63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D1F627D-4AB2-E332-3B27-1A567CE1FEB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7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2ED0AFE-3C43-BC6A-3B73-BB06512B6E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CF402CA-B396-7680-52FB-A89665121BC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10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75D5068-DF27-AA15-BED2-0B11897A5BE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591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1B2D70-9272-5EEF-F596-680A6D95FA1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11AEE77-E696-7935-E83C-999E1558B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085DC05-7669-8860-8732-851C8D2102FE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09DC47C-13FD-3D28-AF21-4760E75D1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ABE511A-13CF-2451-65C1-2BE2C06E8A6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763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106FE-7FCA-6946-58A7-E18AF0CAD3B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5DCFEE6-0D04-125F-BC4E-D4F32D4C6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CE07F2-7AE8-C1A3-6AD5-7E66D92F9D9B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62A1A8A5-68E3-BFC9-8002-451614F8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5EB5B0-612B-27C1-001C-EA06898B0E1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821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BB22B-4FC3-D3BA-8539-0F6812F695C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507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907F6-DA43-75BC-3224-3484DD22A7B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139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B22A2-E253-66BA-272B-78E07C04730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844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70034E-F505-944F-34FA-2C8A7EB3BB4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21DC253-6B10-EEFC-BC60-FD11CC7A0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046DF9B-0564-5A15-AECF-18F7A2DD4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F9612B-B8F9-9302-EF27-218B365A314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445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A053ECC-6AB7-7C78-0893-797109F297A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22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3C141-C435-3009-D619-191195D0A169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3918AA5-4536-B1D3-3DFE-D8E7EE79D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CAAFD44E-6167-03DD-DC37-241EECF7D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4185271-9B0D-12A1-D975-6DB335AE9D0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06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C7A155-6237-F69E-A171-2A43B5EDE9B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1BC74CB-4044-BADD-6A4E-F4E90FF18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14D859A4-8817-25D2-1090-BE0B4B673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ADC37C3-2EF1-0B41-AA28-16334F1F41B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224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CEF77-F4A0-0DD6-316D-0C647E4CF82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923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95670C-476F-7386-7050-F44A72265CF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9" name="Picture 8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9E171C7-9C2D-D8EB-EFB5-8794E97E6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10" name="Picture 9" descr="A close up of a logoDescription automatically generated">
              <a:extLst>
                <a:ext uri="{FF2B5EF4-FFF2-40B4-BE49-F238E27FC236}">
                  <a16:creationId xmlns:a16="http://schemas.microsoft.com/office/drawing/2014/main" id="{8F997557-D68E-A672-C559-1FBC8E2C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6C4814B-B558-4757-7023-83BAAE12EA2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76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3F156-F486-0528-7AC3-6E957FB83152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B495D94-DE2C-096C-3456-3CF9A843D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245FC9DF-5E45-6E4E-EF79-B54C85AA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C198B3C-EFBD-22C1-FA0F-70F0E1CBA34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481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36DBBE-EF3D-03E4-5991-083B8C29FDA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168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1552B-07F5-C269-3666-EEC84983F7EC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ADDC5-0EEB-1554-FEED-3693EF289B4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16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96534-7457-4DE0-B171-FA42A9412605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DE912-B03B-6E0C-03D0-DF3866F9405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490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1E4054-87BE-C8EF-52C2-1AECE34622A8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5B01F-9A83-4F7F-8842-6801117F821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54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-26634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9C82F-42EF-6851-5E14-7CEF7C1FB05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904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289F3-8053-6C46-5F85-8C0FB61B258D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D80E2-78C9-E304-C496-7A273DAD309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75222"/>
      </p:ext>
    </p:extLst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D3C66-7AF6-4681-9034-38788B3543C1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FD48A-44B0-64F7-609F-59187124C55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909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07D63-A746-80EC-627B-A238437282A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593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01DE1-C014-E622-6A6D-588266912BFA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F3533-70C1-67C6-05AB-9B7C07AFEB8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073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7CB3D3-DC86-9DC0-18B6-72BB14F8CBF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8E6393D-0846-0C3E-3D49-CCC8217B6F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C6177946-1CC4-6AA4-AA02-84EFE64FA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92308BC-2FEC-B16D-6013-2246880189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417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5110A-B8B0-4563-B905-05AEDBDEDDD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765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47EC36-688F-989B-BFF9-7A0FC87613A9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C81629-16D5-6861-077C-AB92F4238F9D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F64ED1-628B-0030-EB80-06E8FDE58BAA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BA0BC4F-5371-90F9-A315-37A63B6277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7" name="Text Placeholder 7">
                <a:extLst>
                  <a:ext uri="{FF2B5EF4-FFF2-40B4-BE49-F238E27FC236}">
                    <a16:creationId xmlns:a16="http://schemas.microsoft.com/office/drawing/2014/main" id="{02A39F13-26DA-D6C5-77EA-0803C52599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74BC3837-8FA0-75AB-8870-89429A4E4C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1409C6-EAFE-344F-0A1F-20BE65D62AD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969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2579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3636B-6ABC-192D-5C4B-E0580BC2D40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9668676-EB00-43A6-2017-2E28C6B38B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24EC27F3-2BC9-5C59-AC30-5AD6CFB4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01770DC-1254-A010-85C7-3BCD3491082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548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54F34A-8EA5-106D-308A-0289E0321A9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A3CD544-E058-243A-FC47-BFE9996BFD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A0134378-2ACE-B720-DDB3-24B89E02D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9530B68-D328-2CF8-8F7B-852ECEC59A9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142575"/>
      </p:ext>
    </p:extLst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12F58-584C-D59A-2128-72C947E4C14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816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75233-6303-8956-0C57-0805A6F768A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600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B9FCE-9FB5-B18A-1364-7C592ED98BA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405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6E797-09CA-B278-0FD8-48B72ED7110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13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7CB3D3-DC86-9DC0-18B6-72BB14F8CBF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8E6393D-0846-0C3E-3D49-CCC8217B6F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C6177946-1CC4-6AA4-AA02-84EFE64FA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0759F2B-C447-3EEE-7770-EF45CB99CAE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169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0D84F5-B8FA-DC34-C51E-536E7762835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143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43C1B79-9C00-50AE-A083-484CF4593EF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195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EEBB506-92D7-32D1-F122-CB1CE5B3634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661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A629905-5EE3-2CBD-FCF5-4A8FE131A2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629905-5EE3-2CBD-FCF5-4A8FE131A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rPr>
              <a:t>‹#›</a:t>
            </a:fld>
            <a:endParaRPr lang="en-US" sz="800" dirty="0">
              <a:solidFill>
                <a:srgbClr val="FB4D0A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5C9FD-2ADE-B17F-C32F-75F07E59C72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608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0BDFF-7D92-331E-8221-0245AAA08F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76CBC-8767-EB7C-93E6-5081E4F9C6C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50025-2845-245A-1D4F-DA0B3625D2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500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58FC5-61C8-12FF-E42C-B54BE42E629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788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42805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8E55B-9661-CC60-415F-E240EA063DA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23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Head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7784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6DF26-43A0-3FDE-AFB5-04E2D4FB0A5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823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01164"/>
            <a:ext cx="11277600" cy="47089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7425"/>
            <a:ext cx="11277598" cy="21283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15C0-9D91-D2AF-DC00-680553E0DF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40EC6-65FC-1FEC-3CE5-B036589D07D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856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991"/>
            <a:ext cx="11277600" cy="640080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gradFill>
                  <a:gsLst>
                    <a:gs pos="0">
                      <a:schemeClr val="tx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E661A-C79C-1233-6584-A59B3C816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3E2AF-D805-5853-82C0-560D988C1DF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9B19A-CB22-6033-4E2F-1DAFB876864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793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021A4-7C79-A8C0-E463-A6A3DA28BC7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299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505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60892-226B-EEF4-FF5A-D39A2FAD54A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415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7_One Column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ED5A2B-E08D-33CE-6316-3613AD84BCA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ECCDECB-8548-6243-FBFA-0BF3E9BF66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79A75782-98CB-61A2-9836-2D8710320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059CAF9-AD63-C78D-B31D-3419DA4D9CF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39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F1C3130-2140-D680-E48A-B8878B6FB4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7193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1C3130-2140-D680-E48A-B8878B6FB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vert="horz"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327D5-5B93-FCA1-3B19-A6C5B182B4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E7BF2F-9AD9-F363-2EA3-5F2F882BBA77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0449A-F9BC-B4D9-845A-E76A41B6EA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719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7DBC7-D126-A18C-134A-B3161577690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95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01163"/>
            <a:ext cx="11277600" cy="489437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>
                <a:solidFill>
                  <a:srgbClr val="FB4D0A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28601"/>
            <a:ext cx="5638800" cy="1905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F786A-A004-DC65-CB4E-C1DF9007834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663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F59361-B8EC-A06F-7AA1-925FAA33789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8DF1909-3DC1-4A1B-106E-130942879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E9E1CD2B-D5C7-4ABA-9A4F-94E83D5E7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BC68BE-1926-805B-9590-4271E0F40A6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423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5FB57-F087-8DEA-328F-8C54B425A58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0D19C03-50AF-4CF5-75C0-A6F99164E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B9875C1-ACE5-325E-DD7D-03A41B7D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BC975E5-5C74-8306-F52A-23614641563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677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52E35-01A1-679E-A862-8FFF429855D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897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B45D3D-AB90-60D6-BF0C-63405B5C70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851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66C3C1F-DB9C-7746-DE5E-617A9474503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287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5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CAAFD44E-6167-03DD-DC37-241EECF7DA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3E2B89-6315-975D-1E38-3B0B16E4E94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195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245FC9DF-5E45-6E4E-EF79-B54C85AAFB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98EBCB-72CF-28F6-031D-2B31203E57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646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3184F1B-5B26-2DCA-8BE6-F117D32F546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3A7B5A-1496-1D88-06D1-E841E69FA45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047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0B44F39-E004-4C5B-F81F-EEF05BFF0C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C7077-A6CB-745C-4766-A942ED6BC99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105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028B946-44BE-C351-C714-8C89C28EF9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14165-935B-AC62-1529-BC64B21DD77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97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8CE7BF97-A238-E577-2A3C-B514926CB0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DA11BE-2F3A-4A5F-DAA0-5CBB2167004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105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B17DD6D-40CA-C539-B1A7-28FB1EACFC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374C1E-9401-7AB0-A87E-C0B0CC0A398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613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8364476D-67A8-9B27-B4F7-E556D7CF48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460" y="6244958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EE9B72-856C-F5D9-C1E7-A98611CD09C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86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813665E-9BAC-2242-D947-B0D999981D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FA0B21-9704-50D9-68F4-6D700B6358E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317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D1353050-2F9D-0B07-5352-6CD7DD6189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BCB7C2-F592-7872-CD2B-32F90064CB1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134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662" y="627445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87EB67-AF30-03DC-4CE9-8D53481CFCD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16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3" y="623512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1F4B07-BBC5-5940-5E56-8001B06F2D7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725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915023-2ED1-CE89-5CD5-2751D235D2E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882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9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2DE634-4FE5-77AB-CA2A-180BD7F0092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646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1874355-2C60-C485-426B-3AC0578FC0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966FEA-5E47-E9C5-6FFE-FF013FCE01D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447543"/>
      </p:ext>
    </p:extLst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4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Discover our story">
            <a:extLst>
              <a:ext uri="{FF2B5EF4-FFF2-40B4-BE49-F238E27FC236}">
                <a16:creationId xmlns:a16="http://schemas.microsoft.com/office/drawing/2014/main" id="{3899FF82-CC2E-B041-8752-13CE33D59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F9B05F-CF2F-47AE-089B-98A164886D5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626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049574B-F340-4517-8487-2B72577809E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641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1" y="622086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9C4D2A-1511-2E38-0CC2-1294EE972E2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950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5B53A121-8E7B-61B1-8275-5B24AD76E4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29456E-DD50-E34D-02BC-ABE95D4ADE6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88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1456E0-05EC-F318-2613-A37CF6F6940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162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45" y="6195796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A72E68-B960-735D-BC6D-8BE7CB57E88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406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B7AD0F-09F0-15D2-CCAB-17E319EEFBB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710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D38EBB-10E7-AE50-6724-7F1EDC82FB3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822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C6177946-1CC4-6AA4-AA02-84EFE64FA3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170B3F-C31C-9BD4-8701-C391BA6D4BA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012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B907D1-6075-BEF2-7B25-198588B6721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54767"/>
      </p:ext>
    </p:extLst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14D859A4-8817-25D2-1090-BE0B4B6732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2E899E-BC63-34F1-9D7D-7263FD4ED6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81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BAC998-AA52-9CF7-E4FE-960DF44F5AF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723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05F8199-EE80-5F99-9478-D11D03BDC93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395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891DC6-95C0-6C53-A802-0EBBF3893DA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235127"/>
      </p:ext>
    </p:extLst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Discover our story">
            <a:extLst>
              <a:ext uri="{FF2B5EF4-FFF2-40B4-BE49-F238E27FC236}">
                <a16:creationId xmlns:a16="http://schemas.microsoft.com/office/drawing/2014/main" id="{1A026CC2-4C60-5D85-3A5C-AB8E9E48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408DF7-423B-6BB4-63F8-4DDF457BFAA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760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3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6851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F3C95-FEAD-FFFD-C791-B750CA14517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543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3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A50FC-A0DB-3364-7DA8-629D8A5EF07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957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72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97776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6A7C3-70B7-9010-E5EF-00A8F164231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312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3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071CC-4DD9-4AF1-AACE-12EBE463DA8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79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6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915174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77275-9E56-0F92-4968-53B96CE45EB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437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4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905844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B7C43-B787-F0AC-83B3-65BB9EB609F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533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951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EDF82-6993-EF7A-E20F-F17578C7F0F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5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CDDAB-5AE9-FFD5-AB0C-707EF484B40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65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1151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735A0-6BBE-B116-412D-25B8DB64510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735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A12D4C-46C6-EA43-6A7C-00C6658B8B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465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A12D4C-46C6-EA43-6A7C-00C6658B8B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24631"/>
            <a:ext cx="11277600" cy="561219"/>
          </a:xfrm>
        </p:spPr>
        <p:txBody>
          <a:bodyPr vert="horz"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66700"/>
            <a:ext cx="11277598" cy="25717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 Light" panose="020F0302020204030204" pitchFamily="34" charset="0"/>
              </a:rPr>
              <a:t>‹#›</a:t>
            </a:fld>
            <a:endParaRPr lang="en-US" sz="800" dirty="0">
              <a:solidFill>
                <a:srgbClr val="FB4D0A"/>
              </a:solidFill>
              <a:latin typeface="Calibri Light" panose="020F0302020204030204" pitchFamily="34" charset="0"/>
              <a:cs typeface="Calibri Light" panose="020F0302020204030204" pitchFamily="34" charset="0"/>
              <a:sym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02EE1-3D58-82F9-9DF5-71DEA87D289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020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34156"/>
            <a:ext cx="11277600" cy="41834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57175"/>
            <a:ext cx="11277598" cy="2000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4E4AC-BF46-9D50-6829-39FAA0FF8E9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86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50409-DF82-7887-D1E9-AE30094D33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929F4-9079-DA9A-0548-566CC51A0E2B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14643-231F-DEDF-1B42-1D8FDADE7A5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842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FB568-A30D-88AA-0424-82B77DCBE23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9C20FDA-1938-C43A-F0C3-8BFC6DAB4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0B44F39-E004-4C5B-F81F-EEF05BFF0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0575036-9D58-0BA0-0A7A-30D2BF1CB30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529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771C13-9267-BB28-AE41-84142DB9577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259C304-1AF7-0CAF-C1E5-340569059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028B946-44BE-C351-C714-8C89C28E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8393361-E656-9B01-6BC7-004CA5FCEE6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874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23580-CB7F-C302-E7F1-78BB033448A6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EBCE1154-8A17-D360-4F29-4111DBBFE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8CE7BF97-A238-E577-2A3C-B514926C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89229BC-487F-E29F-275A-0E47358DEF8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896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B05CA7-BA50-DA7D-E267-FF9EF804D49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B4A7B-D2E8-F8B0-56B4-E0C3D0D0A8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BB17DD6D-40CA-C539-B1A7-28FB1EAC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9FECABE-86F6-F7EE-C96B-8C494311205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90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4E2458-EB30-A503-BA1A-C0FEF6D1DD23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C6A326C-9E7C-B996-A16F-B96AE75FDA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8364476D-67A8-9B27-B4F7-E556D7CF4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6A90D2-596B-F7B2-2A66-2827891F28F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893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1A8A8-A408-1431-B463-503189976E22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9E14EAA-B930-0C13-874A-C5FCFBB862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813665E-9BAC-2242-D947-B0D99998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9E84E1C-6BB2-5634-0566-BCDAD61D64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863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5DCF0-3315-64E2-C876-3C41D38FC85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D2E164CA-2B82-FFCD-527A-ECA6E22A71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19FAA03F-BEF9-EB3F-06B2-A391F82DF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132CB5-7EBB-7546-7FDA-62EDC9B87D7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73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84508-7721-120C-9452-6264EBC9747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BDD2CE2-DD3A-B390-8238-0BC8AF88F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2B10BCC-DE1A-6D07-3D6A-CF39EE4B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B72BCEA-698E-D2E5-4FE2-769669C8F47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10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A10D43-F432-8A11-3C99-DE92805E6A9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6BFEC0D-16E2-BB49-460D-D08C75B37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30798DEB-833B-D32D-B6EA-BE3CB5AED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9AE0E68-0A74-70A3-DBDD-96E27B439B1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54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05F75C-CA18-644B-68A3-8F9F5430E8D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92D7261-B68B-6578-60BC-164B4182A3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9840DAE8-F457-63B0-19EE-56D92B3C7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978C95-EBB4-8831-CD29-75B26523AF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39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B75AAD-AE11-F31B-86B9-92A6A827F470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3714AEA-4E6A-F0CB-F171-EDF6C9538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Discover our story">
              <a:extLst>
                <a:ext uri="{FF2B5EF4-FFF2-40B4-BE49-F238E27FC236}">
                  <a16:creationId xmlns:a16="http://schemas.microsoft.com/office/drawing/2014/main" id="{3899FF82-CC2E-B041-8752-13CE33D59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A055528-1724-3404-687C-4419A64D1ED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137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DAEB95-1EFF-8EFB-E1BD-76A99D7D32C5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6EA511E-D816-24F3-DF57-57A1E3A0D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3DE3A7B9-E200-734F-F3B5-45B660270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78F41F-A282-3C21-2E9B-003B8751A70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51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F0A14E-E2C5-ECE6-5B02-E4DC9F8189E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7BC5179F-DC3E-F260-9AC1-65B55A01F6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3184F1B-5B26-2DCA-8BE6-F117D32F5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C323040-0228-45F1-6928-4F38ECFBF2B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554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54F34A-8EA5-106D-308A-0289E0321A9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A3CD544-E058-243A-FC47-BFE9996BFD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A0134378-2ACE-B720-DDB3-24B89E02D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23F7757-48E2-D9DB-852B-DD96383EC00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775163"/>
      </p:ext>
    </p:extLst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3750FE-1F64-8BD2-D4B9-CDABEEA333EB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5729D6A-A186-ECA2-C52E-C882BC435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092C96-664F-F089-CCCA-57ACFFF199F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A4F8FBA-81F6-C0BD-73AB-99B054F04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C14699-9F4A-FD3E-D5D4-6BF2C42C906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6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4D389-ED25-2C5B-B4F7-AD1F7DDFFBD5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642AB5C-9740-C6B9-8AA4-5305D7224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D29831-F640-FB15-28E3-C4EAFE43F6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9962A8E0-34E8-8EA1-B248-3A274451A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FD2E4A3-B252-D441-97B5-98C2996B3CA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5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481D62-951D-7C6E-8A54-4258CA276F22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D1AAB-3CB0-AB1D-627E-E05198AB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D55F25-82FA-805F-A206-60F59723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F16386B3-C741-8993-EADF-CD4D0D672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56A893B-AD57-8EA5-10E5-93ED3DA3C86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375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DCB5DD-DEAA-A4C3-462D-C63F04762C40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11FE040-4872-1272-7FEB-2F6497C82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6E7DFF-0B8C-7F11-AD7F-0C6FD88FEB73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6D69BA24-862F-302B-5E6C-3B07DE24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1C5D2B-2451-1DDE-E0E5-3E8CEE78D15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12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0FE026-40AF-1117-5014-E2CB79F1F8CA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06390B7-3EE1-341C-5A8F-A4623C8A4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C1D2E9-4D9C-6778-8E13-5E40B427A4F0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6F85AE3-4874-65E9-F04D-4794AFF4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08A2BB8-099C-3C00-8F84-21C4624F96E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82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10" name="Picture 9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351AE9B-40B5-1FCD-5B15-D9D595659C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FFB5FAD-6237-5490-5E8A-05D178D5912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732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8DB1B353-152B-AC60-ABA7-FAA2D9E63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776D054-D4A7-218D-EDEB-9807EC0011F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75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2ED0AFE-3C43-BC6A-3B73-BB06512B6E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62CC6E4-7711-71D7-135B-E9F154F9DA5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823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3C141-C435-3009-D619-191195D0A169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3918AA5-4536-B1D3-3DFE-D8E7EE79D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CAAFD44E-6167-03DD-DC37-241EECF7D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8E3741F-CD00-A2BD-E8D1-D4124B7AB4F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57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A61093-E9D7-F39A-896B-C6B28CAD941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D0EA92F-BE7B-5F9D-3DBC-3A8B5E2B5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77CE98E1-86AF-6006-2C85-C9A3CF7C6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510F0B-F3D8-6BD3-A4DB-EC30858B619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569192"/>
      </p:ext>
    </p:extLst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C7A155-6237-F69E-A171-2A43B5EDE9B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1BC74CB-4044-BADD-6A4E-F4E90FF18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14D859A4-8817-25D2-1090-BE0B4B673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B57BE-4CF4-996C-54E2-9C3D5F4DA66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254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95670C-476F-7386-7050-F44A72265CF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9" name="Picture 8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9E171C7-9C2D-D8EB-EFB5-8794E97E6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10" name="Picture 9" descr="A close up of a logoDescription automatically generated">
              <a:extLst>
                <a:ext uri="{FF2B5EF4-FFF2-40B4-BE49-F238E27FC236}">
                  <a16:creationId xmlns:a16="http://schemas.microsoft.com/office/drawing/2014/main" id="{8F997557-D68E-A672-C559-1FBC8E2C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E0BE558-BBAE-0910-BC22-97AC6FC70C3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500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3F156-F486-0528-7AC3-6E957FB83152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B495D94-DE2C-096C-3456-3CF9A843D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245FC9DF-5E45-6E4E-EF79-B54C85AA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9E565D-A3A4-3093-F65F-084B6198B29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2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91BE3B0-0CB2-4FA0-48A3-7BA1BF23839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994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242C314-61E8-B7E4-DD32-BA8813D9390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20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A61093-E9D7-F39A-896B-C6B28CAD941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D0EA92F-BE7B-5F9D-3DBC-3A8B5E2B5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77CE98E1-86AF-6006-2C85-C9A3CF7C6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F4069DF-8065-FD86-1B55-E186B99C54B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403094"/>
      </p:ext>
    </p:extLst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A6708D8-D659-19D0-90BF-14B330AA0A5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804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5F05D35-61BE-4608-8809-2EAB8C7D6B5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295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343DD3A-2A72-640F-FE63-BF7B24CDDD9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55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A7FE95-4881-CED3-82C4-69D6410252E4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451FAC0-1EC8-55AB-C0A8-5C7D4A648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Discover our story">
              <a:extLst>
                <a:ext uri="{FF2B5EF4-FFF2-40B4-BE49-F238E27FC236}">
                  <a16:creationId xmlns:a16="http://schemas.microsoft.com/office/drawing/2014/main" id="{1A026CC2-4C60-5D85-3A5C-AB8E9E48F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A58612D-09E2-3985-EB87-93D53A7C294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97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70034E-F505-944F-34FA-2C8A7EB3BB4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21DC253-6B10-EEFC-BC60-FD11CC7A0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046DF9B-0564-5A15-AECF-18F7A2DD4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A3F224B-8066-BF8B-B98A-DB5D05E4415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663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63492"/>
            <a:ext cx="11277600" cy="650313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19637"/>
            <a:ext cx="11277598" cy="23062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EF08C3-6068-49A5-A83C-FDA0DDA2EDA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B4D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B4D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DAEB95-1EFF-8EFB-E1BD-76A99D7D32C5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6EA511E-D816-24F3-DF57-57A1E3A0D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3DE3A7B9-E200-734F-F3B5-45B660270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0DAD1B3-0298-48A6-DAA7-D8A764A0C79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509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0_One Column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ED5A2B-E08D-33CE-6316-3613AD84BCA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ECCDECB-8548-6243-FBFA-0BF3E9BF66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79A75782-98CB-61A2-9836-2D8710320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CE82F29-B2CA-F59B-A9F8-E1B01535F9B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995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F0A14E-E2C5-ECE6-5B02-E4DC9F8189E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7BC5179F-DC3E-F260-9AC1-65B55A01F6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3184F1B-5B26-2DCA-8BE6-F117D32F5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B701821-55D3-E5A0-8869-230FD5187B5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612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F59361-B8EC-A06F-7AA1-925FAA33789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8DF1909-3DC1-4A1B-106E-130942879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E9E1CD2B-D5C7-4ABA-9A4F-94E83D5E7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8441778-FA95-D572-9EC7-6567D4FD0B8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388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5FB57-F087-8DEA-328F-8C54B425A58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0D19C03-50AF-4CF5-75C0-A6F99164E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B9875C1-ACE5-325E-DD7D-03A41B7D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E47EB7C-18E2-87AA-A70F-FB350451702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55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DB7B5F6-DF75-E0F3-9033-26ECE9425BC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583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3411003-EB5E-C01F-819C-DCB3A63E88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48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7FEB4BA-A411-AA79-BA6E-B21330211AC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518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C3DD338-2CB2-24E8-2411-C77C8765294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00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CAAFD44E-6167-03DD-DC37-241EECF7D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163B66-C0A6-E8C1-AA33-D8223C3F179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50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245FC9DF-5E45-6E4E-EF79-B54C85AAF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87416E-5299-F139-57AF-262C8B5BDA8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119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3184F1B-5B26-2DCA-8BE6-F117D32F5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D6F82A-8AA7-9BBC-55BD-B3D49E9E01D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242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9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0B44F39-E004-4C5B-F81F-EEF05BFF0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8E5436-6EB3-D808-B650-9F7F2D61E0D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610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028B946-44BE-C351-C714-8C89C28EF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8320C8-DE86-9E33-B00B-4A41943134E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605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8CE7BF97-A238-E577-2A3C-B514926CB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DEDF5F-2C13-9B96-ADED-EF6A59E8AF3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00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B17DD6D-40CA-C539-B1A7-28FB1EACF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11CDAD-C9A0-45D6-674A-67619E3A6DF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97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8364476D-67A8-9B27-B4F7-E556D7CF4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460" y="6244958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F44437-4783-1B47-16E5-2947E37AA54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333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813665E-9BAC-2242-D947-B0D999981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0B4F9C-4B47-8FD3-5EB5-4BF1C11429A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202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D1353050-2F9D-0B07-5352-6CD7DD618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AC14DD-4790-57A6-C9C9-81243AE8042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51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662" y="627445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4B9287-227F-9DDA-A15B-5D4CF317807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53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3" y="623512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951EDD-FB1F-3706-8611-9E9D94CF1BC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762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8C4154-341B-AF77-EA00-A1E22A7AB5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91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9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1E906A-9948-D1B6-5B22-46397084EBC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43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1874355-2C60-C485-426B-3AC0578FC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1AC7E3-851E-ACE2-AC62-D75613C9889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787663"/>
      </p:ext>
    </p:extLst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Discover our story">
            <a:extLst>
              <a:ext uri="{FF2B5EF4-FFF2-40B4-BE49-F238E27FC236}">
                <a16:creationId xmlns:a16="http://schemas.microsoft.com/office/drawing/2014/main" id="{3899FF82-CC2E-B041-8752-13CE33D59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F40A9D-57E2-E8BB-EE88-303B08DFB22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20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A3D99EF-1953-06A4-2302-8C1D3FBFBA6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370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7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1" y="622086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9ABAF7-EE54-E41E-6E5C-320A01AE614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009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5B53A121-8E7B-61B1-8275-5B24AD76E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A8FF13-67CF-80CE-1DD8-39260EAA605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95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1A9DCD-9007-CE39-8178-52944A4CA8E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728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45" y="6195796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47C618-E929-97A0-308F-9DC9310A592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5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3EDC1E-E707-C5B7-6D56-61708A8B0D0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589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86B40D-24AC-3354-4700-B3C98F6A308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67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C6177946-1CC4-6AA4-AA02-84EFE64FA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E6CE4E-F560-6533-4260-B23514A115D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349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EC390A-29E3-9EFF-8A3A-F684709292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510929"/>
      </p:ext>
    </p:extLst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14D859A4-8817-25D2-1090-BE0B4B673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853B24-362B-F72B-976A-298C3F3805E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795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E5E616-BC57-85DC-214F-90B20B82C6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999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092E06F-2A52-6F91-BAD5-B6865B77447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945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0AF18F-C7D1-C68D-5F26-08DBCA130B0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927143"/>
      </p:ext>
    </p:extLst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Discover our story">
            <a:extLst>
              <a:ext uri="{FF2B5EF4-FFF2-40B4-BE49-F238E27FC236}">
                <a16:creationId xmlns:a16="http://schemas.microsoft.com/office/drawing/2014/main" id="{1A026CC2-4C60-5D85-3A5C-AB8E9E48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B0F688-14F7-8B35-6767-19FE4FF90A5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50F09-25A0-7ADB-B99B-1769A3CBEB98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703DCBA-4C6F-08D9-A62D-4A1EEFBE0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1353050-2F9D-0B07-5352-6CD7DD618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DD3C82F-310C-EB73-FD2F-71C794C8CD7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492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A7FE95-4881-CED3-82C4-69D6410252E4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451FAC0-1EC8-55AB-C0A8-5C7D4A648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Discover our story">
              <a:extLst>
                <a:ext uri="{FF2B5EF4-FFF2-40B4-BE49-F238E27FC236}">
                  <a16:creationId xmlns:a16="http://schemas.microsoft.com/office/drawing/2014/main" id="{1A026CC2-4C60-5D85-3A5C-AB8E9E48F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4BE1D0-25B9-05C1-5FD1-754E9C773DE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92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5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1FB568-A30D-88AA-0424-82B77DCBE23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9C20FDA-1938-C43A-F0C3-8BFC6DAB4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0B44F39-E004-4C5B-F81F-EEF05BFF0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9EFEF06-FB09-91FF-E6CC-04277DCF028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564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771C13-9267-BB28-AE41-84142DB9577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259C304-1AF7-0CAF-C1E5-340569059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D028B946-44BE-C351-C714-8C89C28E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A82912A-5F5B-121B-18CD-E6E0277F012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994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823580-CB7F-C302-E7F1-78BB033448A6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EBCE1154-8A17-D360-4F29-4111DBBFE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8CE7BF97-A238-E577-2A3C-B514926C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8AE9E61-C7D9-5A48-25F2-7361F2070AB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913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B05CA7-BA50-DA7D-E267-FF9EF804D49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B4A7B-D2E8-F8B0-56B4-E0C3D0D0A8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BB17DD6D-40CA-C539-B1A7-28FB1EAC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B97788-7B06-6ADB-7544-F399D58CEDB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990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4E2458-EB30-A503-BA1A-C0FEF6D1DD23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C6A326C-9E7C-B996-A16F-B96AE75FDA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8364476D-67A8-9B27-B4F7-E556D7CF4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002065E-31F5-9EA1-2CC3-65561E70FE8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955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1A8A8-A408-1431-B463-503189976E22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9E14EAA-B930-0C13-874A-C5FCFBB862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6813665E-9BAC-2242-D947-B0D999981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002798-1891-7150-5100-DC75BF95CDB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588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50F09-25A0-7ADB-B99B-1769A3CBEB98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703DCBA-4C6F-08D9-A62D-4A1EEFBE0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1353050-2F9D-0B07-5352-6CD7DD618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1721D58-1DA2-42CE-4C3C-17BD381105A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952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5DCF0-3315-64E2-C876-3C41D38FC85B}"/>
              </a:ext>
            </a:extLst>
          </p:cNvPr>
          <p:cNvGrpSpPr/>
          <p:nvPr userDrawn="1"/>
        </p:nvGrpSpPr>
        <p:grpSpPr>
          <a:xfrm>
            <a:off x="4977353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D2E164CA-2B82-FFCD-527A-ECA6E22A71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19FAA03F-BEF9-EB3F-06B2-A391F82DF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6D04454-34D3-AA6D-2A68-79F56F4A879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166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84508-7721-120C-9452-6264EBC9747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BDD2CE2-DD3A-B390-8238-0BC8AF88F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2B10BCC-DE1A-6D07-3D6A-CF39EE4BA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26B497-1C3D-222E-11EB-08D1454243F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377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A10D43-F432-8A11-3C99-DE92805E6A9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6BFEC0D-16E2-BB49-460D-D08C75B37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30798DEB-833B-D32D-B6EA-BE3CB5AED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B3141C0-932F-16B5-3017-1A62B2277F6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142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05F75C-CA18-644B-68A3-8F9F5430E8D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92D7261-B68B-6578-60BC-164B4182A3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9840DAE8-F457-63B0-19EE-56D92B3C7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9E53DC-AE9F-8822-C715-6BC3B3FA3A6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063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B75AAD-AE11-F31B-86B9-92A6A827F470}"/>
              </a:ext>
            </a:extLst>
          </p:cNvPr>
          <p:cNvGrpSpPr/>
          <p:nvPr userDrawn="1"/>
        </p:nvGrpSpPr>
        <p:grpSpPr>
          <a:xfrm>
            <a:off x="242207" y="6087344"/>
            <a:ext cx="2848006" cy="726226"/>
            <a:chOff x="1362891" y="5293573"/>
            <a:chExt cx="2848006" cy="726226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B3714AEA-4E6A-F0CB-F171-EDF6C9538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91" y="5293573"/>
              <a:ext cx="1188720" cy="726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Discover our story">
              <a:extLst>
                <a:ext uri="{FF2B5EF4-FFF2-40B4-BE49-F238E27FC236}">
                  <a16:creationId xmlns:a16="http://schemas.microsoft.com/office/drawing/2014/main" id="{3899FF82-CC2E-B041-8752-13CE33D596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4977" y="5377262"/>
              <a:ext cx="1645920" cy="558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A46E3D0-9C84-1F3E-3BD7-AC170FCAFC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405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E1AE6FA-92D3-8168-F53D-13E97AFAD43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188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1B2D70-9272-5EEF-F596-680A6D95FA1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11AEE77-E696-7935-E83C-999E1558B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085DC05-7669-8860-8732-851C8D2102FE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09DC47C-13FD-3D28-AF21-4760E75D1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25C6DE5-EBE1-54D8-F9D0-679DFE088D1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21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106FE-7FCA-6946-58A7-E18AF0CAD3B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5DCFEE6-0D04-125F-BC4E-D4F32D4C6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CE07F2-7AE8-C1A3-6AD5-7E66D92F9D9B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62A1A8A5-68E3-BFC9-8002-451614F8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5D9A4ED-4478-BFB4-A03F-A565835442D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856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3750FE-1F64-8BD2-D4B9-CDABEEA333EB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5729D6A-A186-ECA2-C52E-C882BC435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092C96-664F-F089-CCCA-57ACFFF199F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A4F8FBA-81F6-C0BD-73AB-99B054F04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CAF81CF-D24F-D075-CBFB-B1EC220E942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22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4D389-ED25-2C5B-B4F7-AD1F7DDFFBD5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642AB5C-9740-C6B9-8AA4-5305D72241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D29831-F640-FB15-28E3-C4EAFE43F6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9962A8E0-34E8-8EA1-B248-3A274451A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3BD087B-1DB9-8F90-79DD-8FFF0A930C9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872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481D62-951D-7C6E-8A54-4258CA276F22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04D1AAB-3CB0-AB1D-627E-E05198AB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3D55F25-82FA-805F-A206-60F59723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F16386B3-C741-8993-EADF-CD4D0D672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6125F5B-81F5-90BD-A2A7-ACC76C94F89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579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DCB5DD-DEAA-A4C3-462D-C63F04762C40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911FE040-4872-1272-7FEB-2F6497C82D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6E7DFF-0B8C-7F11-AD7F-0C6FD88FEB73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6D69BA24-862F-302B-5E6C-3B07DE24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EF42BE7-FCC5-FC40-22B2-2B97D1DF094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117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0FE026-40AF-1117-5014-E2CB79F1F8CA}"/>
              </a:ext>
            </a:extLst>
          </p:cNvPr>
          <p:cNvGrpSpPr/>
          <p:nvPr userDrawn="1"/>
        </p:nvGrpSpPr>
        <p:grpSpPr>
          <a:xfrm>
            <a:off x="4966642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06390B7-3EE1-341C-5A8F-A4623C8A4C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2C1D2E9-4D9C-6778-8E13-5E40B427A4F0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6F85AE3-4874-65E9-F04D-4794AFF4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8AC4FF0-C0BE-D32C-F954-46BE5BEAA1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5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81E5A-C787-E992-EBD9-EDFE4F3495C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10" name="Picture 9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351AE9B-40B5-1FCD-5B15-D9D595659C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BC4A81-CE09-01E6-34E7-34F38E3C154F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close up of a logoDescription automatically generated">
              <a:extLst>
                <a:ext uri="{FF2B5EF4-FFF2-40B4-BE49-F238E27FC236}">
                  <a16:creationId xmlns:a16="http://schemas.microsoft.com/office/drawing/2014/main" id="{BC305B40-B223-C7F0-5489-CB91B9CD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E615E54-0867-2188-9F06-368356A90C1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658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8DB1B353-152B-AC60-ABA7-FAA2D9E63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E140949-9F01-F415-CA00-F649924F339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15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3" name="Picture 2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2ED0AFE-3C43-BC6A-3B73-BB06512B6E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4793882-E6C7-AB77-6F8E-41B8CBC0D9B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57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FD8D2A5-FF22-A5E6-03CA-61432CF053A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982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1B2D70-9272-5EEF-F596-680A6D95FA11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11AEE77-E696-7935-E83C-999E1558B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085DC05-7669-8860-8732-851C8D2102FE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09DC47C-13FD-3D28-AF21-4760E75D1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1226191-D4BF-452C-C3F6-6280AE6024B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924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106FE-7FCA-6946-58A7-E18AF0CAD3BE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C5DCFEE6-0D04-125F-BC4E-D4F32D4C6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CE07F2-7AE8-C1A3-6AD5-7E66D92F9D9B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62A1A8A5-68E3-BFC9-8002-451614F8B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342B419-EACB-BA70-5D9A-F17A58B9D71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972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70034E-F505-944F-34FA-2C8A7EB3BB4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21DC253-6B10-EEFC-BC60-FD11CC7A0E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0046DF9B-0564-5A15-AECF-18F7A2DD4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631A001-7772-7E2B-D9AD-794B84ADB3B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6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4800EAA-49D4-6AFB-A1F6-FA3A3FFC302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914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3C141-C435-3009-D619-191195D0A169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3918AA5-4536-B1D3-3DFE-D8E7EE79D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CAAFD44E-6167-03DD-DC37-241EECF7D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56DC22C-0463-CA94-22CF-FB1BAA28B97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704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C7A155-6237-F69E-A171-2A43B5EDE9B8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1BC74CB-4044-BADD-6A4E-F4E90FF188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14D859A4-8817-25D2-1090-BE0B4B673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990CE96-6135-7747-1A35-EE4A19F89C7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247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895181-3424-7F2E-3089-C5EE22B92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777CC-77CF-B36B-7BA4-54F55CB16F6C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95670C-476F-7386-7050-F44A72265CFC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9" name="Picture 8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9E171C7-9C2D-D8EB-EFB5-8794E97E6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10" name="Picture 9" descr="A close up of a logoDescription automatically generated">
              <a:extLst>
                <a:ext uri="{FF2B5EF4-FFF2-40B4-BE49-F238E27FC236}">
                  <a16:creationId xmlns:a16="http://schemas.microsoft.com/office/drawing/2014/main" id="{8F997557-D68E-A672-C559-1FBC8E2C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0FF538C-883F-5B61-8E60-FA8DB8E3702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249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03F156-F486-0528-7AC3-6E957FB83152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0B495D94-DE2C-096C-3456-3CF9A843D8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245FC9DF-5E45-6E4E-EF79-B54C85AAF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FEB1D4B-7459-7F26-F11E-61C6DD578C0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610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E189E64-0A6A-CE43-D3E6-6C785D241D6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669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7CB3D3-DC86-9DC0-18B6-72BB14F8CBF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8E6393D-0846-0C3E-3D49-CCC8217B6F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C6177946-1CC4-6AA4-AA02-84EFE64FA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C525952-97A3-4B98-FC85-64ED0383A5E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82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2579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3636B-6ABC-192D-5C4B-E0580BC2D40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9668676-EB00-43A6-2017-2E28C6B38B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24EC27F3-2BC9-5C59-AC30-5AD6CFB4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3496169-A0C6-6E94-FA2D-D40D74BD98A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562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154F34A-8EA5-106D-308A-0289E0321A9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3A3CD544-E058-243A-FC47-BFE9996BFD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A0134378-2ACE-B720-DDB3-24B89E02D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D22D0D2-CB9C-2813-288D-06F5EB96658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07256"/>
      </p:ext>
    </p:extLst>
  </p:cSld>
  <p:clrMapOvr>
    <a:masterClrMapping/>
  </p:clrMapOvr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7CB3D3-DC86-9DC0-18B6-72BB14F8CBFB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F8E6393D-0846-0C3E-3D49-CCC8217B6F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C6177946-1CC4-6AA4-AA02-84EFE64FA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6C59BC-F4AC-0EB4-14C1-BCACAAD5B3B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954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39B97E-1622-CAFC-B160-B6FB39FEB56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246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8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A896B5-61AC-BFFF-7906-E926853A50F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7" name="Picture 6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5E734AB-FADE-9834-DAF0-8469AFC82F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9" name="Picture 8" descr="A close up of a logoDescription automatically generated">
              <a:extLst>
                <a:ext uri="{FF2B5EF4-FFF2-40B4-BE49-F238E27FC236}">
                  <a16:creationId xmlns:a16="http://schemas.microsoft.com/office/drawing/2014/main" id="{12BBE30D-0E7C-AB6B-568A-647D211E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63F513B-B4FB-47D4-73B0-401692D14F6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513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5" name="Picture 4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1F3CA881-3E00-E3F0-37D3-E8CCB832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6F0BCF-EA12-1565-19BB-87870E164E3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389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1_One Column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ED5A2B-E08D-33CE-6316-3613AD84BCA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5ECCDECB-8548-6243-FBFA-0BF3E9BF66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79A75782-98CB-61A2-9836-2D8710320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DDC536-BE9E-D87C-3C20-10DCAD6B9E2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37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F59361-B8EC-A06F-7AA1-925FAA33789D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6" name="Picture 5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48DF1909-3DC1-4A1B-106E-130942879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E9E1CD2B-D5C7-4ABA-9A4F-94E83D5E7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3B5667-7E7A-9505-535A-B4A5ABCCF98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616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5FB57-F087-8DEA-328F-8C54B425A584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20D19C03-50AF-4CF5-75C0-A6F99164E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6" name="Picture 5" descr="A close up of a logoDescription automatically generated">
              <a:extLst>
                <a:ext uri="{FF2B5EF4-FFF2-40B4-BE49-F238E27FC236}">
                  <a16:creationId xmlns:a16="http://schemas.microsoft.com/office/drawing/2014/main" id="{DB9875C1-ACE5-325E-DD7D-03A41B7DD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BB72180-D621-987F-6DCA-CE7ABA407F4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222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959F5-436E-1B81-1DC3-B1744E3885EA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6B92C7-0981-23E4-5F56-C75D614949FD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A close up of a logoDescription automatically generated">
              <a:extLst>
                <a:ext uri="{FF2B5EF4-FFF2-40B4-BE49-F238E27FC236}">
                  <a16:creationId xmlns:a16="http://schemas.microsoft.com/office/drawing/2014/main" id="{2C87C459-EB7B-444A-365A-06E53E0E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58C551B-47A8-EAC1-B886-BEAB836886B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174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3AB20C-494D-4DF3-EB17-B9C1795670E1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4BE61B-1767-2FD3-5CED-E8A496626BF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41DF1F6D-1DA1-806F-B628-2A51B189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91B403-189D-5DD0-0F89-E049141704B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737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CAAFD44E-6167-03DD-DC37-241EECF7D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0B5D9-D526-7548-D909-DF9FD54DA44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220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245FC9DF-5E45-6E4E-EF79-B54C85AAF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F098DD-10FD-6F42-16A6-50A1B0A3649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261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3184F1B-5B26-2DCA-8BE6-F117D32F5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06CCE8-8C18-8BD2-8C06-B3FAA4E4D2A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295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0B44F39-E004-4C5B-F81F-EEF05BFF0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C3F8E7-5AB2-865F-3C73-0382D3DD0B3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247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D028B946-44BE-C351-C714-8C89C28EF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5C1E74-9247-E33D-71CB-FB8C3A43457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798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8CE7BF97-A238-E577-2A3C-B514926CB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3ADBE-B01C-9499-181A-2CA20EABBA3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531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B17DD6D-40CA-C539-B1A7-28FB1EACF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462B1-49C1-399B-F04F-8492BD64FEB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202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8364476D-67A8-9B27-B4F7-E556D7CF4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460" y="6244958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ADF8E7-A1E8-FB60-2970-E0BB9FEFEA3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79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6813665E-9BAC-2242-D947-B0D999981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76FB3-7D9E-2074-44C4-086C88AD923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719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D1353050-2F9D-0B07-5352-6CD7DD618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963FDF-6B8D-344D-177A-7C83C139CFF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75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662" y="627445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C2CEF9-7048-9647-0C49-33B5C82432F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280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3" y="6235125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CEC319-C73A-6B88-18B4-506C572A57FE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05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FC64E5-6EE4-1DFB-47DB-16BEDABE1B0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573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9" y="625479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63B2A8-7EE8-095F-0166-9DE5677544E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858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8937"/>
            <a:ext cx="9624163" cy="585920"/>
          </a:xfrm>
        </p:spPr>
        <p:txBody>
          <a:bodyPr anchor="ctr">
            <a:normAutofit/>
          </a:bodyPr>
          <a:lstStyle>
            <a:lvl1pPr marL="0" indent="0">
              <a:buNone/>
              <a:defRPr sz="2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Page Heading</a:t>
            </a: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B1874355-2C60-C485-426B-3AC0578FC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3D1A5A-C9FF-8C0C-A654-3A1B1D25633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582149"/>
      </p:ext>
    </p:extLst>
  </p:cSld>
  <p:clrMapOvr>
    <a:masterClrMapping/>
  </p:clrMapOvr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Discover our story">
            <a:extLst>
              <a:ext uri="{FF2B5EF4-FFF2-40B4-BE49-F238E27FC236}">
                <a16:creationId xmlns:a16="http://schemas.microsoft.com/office/drawing/2014/main" id="{3899FF82-CC2E-B041-8752-13CE33D59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82BF48-559B-D515-6F4D-24554A5EDA0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79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B90799D-390B-02A9-C83A-C952DDB0B39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552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1" y="6220860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C90C3E-55DB-FD68-A29B-FD1A2BB115A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981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5B53A121-8E7B-61B1-8275-5B24AD76E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0892E8-0A73-9D92-692C-7B98F389E80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62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02B10BCC-DE1A-6D07-3D6A-CF39EE4BA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2DD894-B396-917A-18A3-1338B19DC35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557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30798DEB-833B-D32D-B6EA-BE3CB5AE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45" y="6195796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E62907-AAF5-3377-83AB-EDE18326F20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15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9840DAE8-F457-63B0-19EE-56D92B3C7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B1B121-B824-372E-B3CC-FFC6F15BF19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86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19FAA03F-BEF9-EB3F-06B2-A391F82D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95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BBB1E-E9F5-A814-42B5-429C58EB0BE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98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6" name="Picture 5" descr="A close up of a logoDescription automatically generated">
            <a:extLst>
              <a:ext uri="{FF2B5EF4-FFF2-40B4-BE49-F238E27FC236}">
                <a16:creationId xmlns:a16="http://schemas.microsoft.com/office/drawing/2014/main" id="{C6177946-1CC4-6AA4-AA02-84EFE64FA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81D6AA-7978-F477-A859-296D13C0971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38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256C9A-A500-A506-0D1A-71418152078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733081"/>
      </p:ext>
    </p:extLst>
  </p:cSld>
  <p:clrMapOvr>
    <a:masterClrMapping/>
  </p:clrMapOvr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3908"/>
            <a:ext cx="11277600" cy="55684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5609"/>
            <a:ext cx="11277598" cy="1661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  <a:latin typeface="+mj-lt"/>
              </a:rPr>
              <a:t>‹#›</a:t>
            </a:fld>
            <a:endParaRPr lang="en-US" sz="800" dirty="0">
              <a:solidFill>
                <a:srgbClr val="FB4D0A"/>
              </a:solidFill>
              <a:latin typeface="+mj-lt"/>
            </a:endParaRPr>
          </a:p>
        </p:txBody>
      </p:sp>
      <p:pic>
        <p:nvPicPr>
          <p:cNvPr id="7" name="Picture 6" descr="A close up of a logoDescription automatically generated">
            <a:extLst>
              <a:ext uri="{FF2B5EF4-FFF2-40B4-BE49-F238E27FC236}">
                <a16:creationId xmlns:a16="http://schemas.microsoft.com/office/drawing/2014/main" id="{14D859A4-8817-25D2-1090-BE0B4B673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A84B66-3744-0659-2F31-964B154EB2E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89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9" name="Picture 8" descr="A close up of a logoDescription automatically generated">
            <a:extLst>
              <a:ext uri="{FF2B5EF4-FFF2-40B4-BE49-F238E27FC236}">
                <a16:creationId xmlns:a16="http://schemas.microsoft.com/office/drawing/2014/main" id="{12BBE30D-0E7C-AB6B-568A-647D211EB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42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F0EDB4-3654-DC66-1977-2B759BE1BF7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255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31524"/>
            <a:ext cx="11277600" cy="39715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3119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E15104-FE52-8466-FFFC-5C635EF65FC0}"/>
              </a:ext>
            </a:extLst>
          </p:cNvPr>
          <p:cNvGrpSpPr/>
          <p:nvPr userDrawn="1"/>
        </p:nvGrpSpPr>
        <p:grpSpPr>
          <a:xfrm>
            <a:off x="1120966" y="6215461"/>
            <a:ext cx="1446142" cy="469992"/>
            <a:chOff x="2503451" y="2582703"/>
            <a:chExt cx="1446142" cy="46999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016499-1B21-1A61-E7E1-0ACE4A0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503451" y="2589099"/>
              <a:ext cx="0" cy="457200"/>
            </a:xfrm>
            <a:prstGeom prst="line">
              <a:avLst/>
            </a:prstGeom>
            <a:ln w="3175">
              <a:solidFill>
                <a:srgbClr val="BFBFB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lose up of a logoDescription automatically generated">
              <a:extLst>
                <a:ext uri="{FF2B5EF4-FFF2-40B4-BE49-F238E27FC236}">
                  <a16:creationId xmlns:a16="http://schemas.microsoft.com/office/drawing/2014/main" id="{5E683066-45C0-6D25-29D1-4054C3D5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0447AB9-A7A6-BB19-C783-3A7EEE9C4B8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99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30"/>
            <a:ext cx="11277600" cy="249731"/>
          </a:xfrm>
        </p:spPr>
        <p:txBody>
          <a:bodyPr/>
          <a:lstStyle>
            <a:lvl1pPr>
              <a:defRPr sz="1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pic>
        <p:nvPicPr>
          <p:cNvPr id="5" name="Picture 4" descr="A close up of a logoDescription automatically generated">
            <a:extLst>
              <a:ext uri="{FF2B5EF4-FFF2-40B4-BE49-F238E27FC236}">
                <a16:creationId xmlns:a16="http://schemas.microsoft.com/office/drawing/2014/main" id="{77CE98E1-86AF-6006-2C85-C9A3CF7C6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38" y="6215461"/>
            <a:ext cx="1333466" cy="4699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C964E8-D861-8EC5-5C90-624189EEE0F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94337"/>
      </p:ext>
    </p:extLst>
  </p:cSld>
  <p:clrMapOvr>
    <a:masterClrMapping/>
  </p:clrMapOvr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Discover our story">
            <a:extLst>
              <a:ext uri="{FF2B5EF4-FFF2-40B4-BE49-F238E27FC236}">
                <a16:creationId xmlns:a16="http://schemas.microsoft.com/office/drawing/2014/main" id="{1A026CC2-4C60-5D85-3A5C-AB8E9E48F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93" y="6171033"/>
            <a:ext cx="1645920" cy="55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6314E3-2AEE-E8AC-A008-59263AFAA96A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3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6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915174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819F9-B4A9-3C7B-34EE-A429DE3B62E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68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4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905844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60797-0C9C-EE80-91B1-E0511861B61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20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951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2E3C5-BE18-C1CC-CA35-13BC41843DD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507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AE1AC-AA71-1047-66F9-7C4581F61E5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4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8843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868518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09291-4AFC-A96F-B24A-01B54362897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30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1151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E55FD-54D3-D5E3-25CA-DD318383187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259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Mai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1430000" cy="395493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0000"/>
              </a:lnSpc>
              <a:defRPr sz="2400" b="0">
                <a:solidFill>
                  <a:srgbClr val="FB4E0B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299" y="152400"/>
            <a:ext cx="11430000" cy="936385"/>
          </a:xfrm>
        </p:spPr>
        <p:txBody>
          <a:bodyPr lIns="0" tIns="0" rIns="0" bIns="0">
            <a:noAutofit/>
          </a:bodyPr>
          <a:lstStyle>
            <a:lvl1pPr marL="0" indent="0" algn="l">
              <a:spcBef>
                <a:spcPts val="0"/>
              </a:spcBef>
              <a:buNone/>
              <a:defRPr sz="1400" b="1">
                <a:solidFill>
                  <a:srgbClr val="00507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BF4EE2-8579-8BB0-E491-2FF330380C2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2293F-E600-5A9F-8A44-CDF76A33C0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23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4B8A57-B5F2-2530-421B-E4EDEBF8D02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75FE0B-91D3-913C-683B-C82928DF441E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A36E8F-FA79-ECDF-5549-13FE34A9A5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1F6988A8-F725-EEB7-F698-C86C98E2C8B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2" name="Graphic 11" descr="Infinity with solid fill">
              <a:extLst>
                <a:ext uri="{FF2B5EF4-FFF2-40B4-BE49-F238E27FC236}">
                  <a16:creationId xmlns:a16="http://schemas.microsoft.com/office/drawing/2014/main" id="{2E6853A3-845A-B1D1-53C4-2A7A5FB554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3DC278-59BA-0A6C-0E25-0D4CC50ECCF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70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One Column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15144"/>
            <a:ext cx="11277600" cy="47178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6" y="1626159"/>
            <a:ext cx="5399314" cy="5001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AA46F1-A517-1BED-B64E-155F8E45C661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8370D4-C3B7-CF4A-BF0A-3D71A5A2332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C501BF-CD57-A306-B915-733FBE7AAF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F81DF540-466C-36A8-CCFF-05E89294F84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5CCCF923-2880-6305-E6C7-34E5B5E390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801C58-B245-B789-07D3-A89FBCAC358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854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4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296EF3-A669-C27D-D6B1-896DA68F14EE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EEEB9F-C269-ACE1-E2FA-EE354C63242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17C193-D4C6-79C6-DD06-AE159C1F06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B14D968E-D3EF-721B-AA08-520464BD7F8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7786825E-A98A-EE14-769B-459478EF62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173D333-F3B1-30F7-AB74-F6D05CCA418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294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19C921-F77A-C09B-B4A5-05CE29D237FA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5E47FE-A69F-0C6B-711B-5FF0BFE8ED7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94B8C1-115D-DA93-F332-07D2EF8272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B25B659D-9AC7-AD5A-32A0-902EED0181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789B2E10-BBA0-5515-C625-4ABFB47147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C9D00F-8BE4-6F1E-59E6-2DCEA829CC44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824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0DE7E2-5B6E-9BBD-0EE7-9E2332165C22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57C047-F443-CCC4-73E2-1A0354705471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0700EE-C047-3BF7-6FBF-2EE2F3ED72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8D789A9A-9CA9-74EF-5B4A-9DCB3F8937F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79656F7-58BC-F386-94D6-21259D0B02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4ED9A19-7638-BD7C-4986-84414D9F757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357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D3F86C-9D1C-9505-4781-D6EFA38E21E0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6DEAE1-255F-289A-B9BA-F476B5C4780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5C0D1D7-9A86-21F7-F92A-A84C4A557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22" name="Text Placeholder 7">
              <a:extLst>
                <a:ext uri="{FF2B5EF4-FFF2-40B4-BE49-F238E27FC236}">
                  <a16:creationId xmlns:a16="http://schemas.microsoft.com/office/drawing/2014/main" id="{85E5CD9A-68B4-B667-B19A-BBDC8E01B6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7C62979A-11EF-3C47-24C4-F7FF97F34D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3D69F4-7670-1A43-E3B2-E4EE00643DF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493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E825BF-DB29-8675-40C3-A41099C6BF4B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D0F837-134E-143B-B8C1-791E9AAD62C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906483-95EF-19BA-5C8E-B8977C0AA9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A1B5C971-0D44-ACBB-A3F1-A75112AB24A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9" name="Graphic 8" descr="Infinity with solid fill">
              <a:extLst>
                <a:ext uri="{FF2B5EF4-FFF2-40B4-BE49-F238E27FC236}">
                  <a16:creationId xmlns:a16="http://schemas.microsoft.com/office/drawing/2014/main" id="{DC1E4272-874A-5CE4-3A28-EBEF3FAE09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167305-8770-B63C-2B2D-DD5D42165CC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144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611747-AFE6-0358-632A-90D4335064F8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16CF9C-3DC6-4F59-7846-B76C45F2DB1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FEC5AA-147D-3C26-C99E-3D4F99F1B5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FA092230-9135-D31B-6DDE-3BFD8065AB0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1E65EDC9-B837-3EC7-C5AA-A82C1282D6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9A805BE-E55A-E108-A5C5-3AD3D5B6CA98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709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1CBEB3-710E-2215-BA00-4269D53592AD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73E89F-60AD-9450-2C26-850E40E3648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F41453-971A-C73C-3E86-CCAB10CBB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4759CB69-32C8-220A-6ED4-BD9CE9B3844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8CDE47D2-0E41-E774-8DAE-EA6F4D89FA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5D96D16-50B8-2411-E4B7-7BDC30C9234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24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BDE46C-8406-B1CE-72CC-E575A427EB04}"/>
              </a:ext>
            </a:extLst>
          </p:cNvPr>
          <p:cNvGrpSpPr/>
          <p:nvPr userDrawn="1"/>
        </p:nvGrpSpPr>
        <p:grpSpPr>
          <a:xfrm>
            <a:off x="5048787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28C041-A0E5-B2CD-87ED-62492E43D6F3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4B19A1-B25D-1BC0-8895-17E735C09E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2849681D-8A29-0AF5-83BC-B0A306E0BBD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4C71000C-4D48-E171-F8D6-EF6DDAC520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587DA93-04D7-2ECA-B483-9582D1FFD82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971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5317D9-542B-8426-5F29-3AA8F20CB0D9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AF52B7-C4DD-5403-BBE2-52E95EED5266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696F060-029C-DDAA-D08C-83D2A0F235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ACA7D9E7-7523-99FA-229F-5FB6D32FFD3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23" name="Graphic 22" descr="Infinity with solid fill">
              <a:extLst>
                <a:ext uri="{FF2B5EF4-FFF2-40B4-BE49-F238E27FC236}">
                  <a16:creationId xmlns:a16="http://schemas.microsoft.com/office/drawing/2014/main" id="{E7350A2C-0D1F-9DE5-7886-71C83F61D5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29340C3-BA06-EB08-8168-2AFC6699B03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519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048DE6-C4B1-1DCC-7481-A89F236CB49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49956E-6F75-8202-53A4-C1602250604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C91FAC-2750-7058-248D-9CB53FCBC7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5" name="Text Placeholder 7">
              <a:extLst>
                <a:ext uri="{FF2B5EF4-FFF2-40B4-BE49-F238E27FC236}">
                  <a16:creationId xmlns:a16="http://schemas.microsoft.com/office/drawing/2014/main" id="{36E4BF25-9B89-D676-8725-A1464912261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9B037BD4-38D1-D950-0088-3A96DC6D96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BE1AF3F-C5F8-99A8-6CDB-CA8B6B2F19C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162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646AA5-6C4D-8A80-2D01-B19550CEA017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2446CF8-186B-B422-DF59-AEB32D47EE1A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DF06E9-4CDB-3D1D-8B9C-6633DF2DA0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6" name="Text Placeholder 7">
              <a:extLst>
                <a:ext uri="{FF2B5EF4-FFF2-40B4-BE49-F238E27FC236}">
                  <a16:creationId xmlns:a16="http://schemas.microsoft.com/office/drawing/2014/main" id="{9687ED1F-DC84-B64E-8CAC-9A8B1DED3E9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960E143B-0AB2-9076-548B-0E759F2CBB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B249DF-F9B3-9CE9-29C5-B805FFCCBF1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11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E8E37-DAA8-0771-6FDD-35A52AFD2813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6E690F-64BA-C2E7-BD80-B2CDDBBBA4D8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4E9BAB-3118-B516-FF7C-A24901B16D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2" name="Text Placeholder 7">
              <a:extLst>
                <a:ext uri="{FF2B5EF4-FFF2-40B4-BE49-F238E27FC236}">
                  <a16:creationId xmlns:a16="http://schemas.microsoft.com/office/drawing/2014/main" id="{F6D0D63D-B8BB-B4FB-8DFF-324E8BACAC9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3" name="Graphic 12" descr="Infinity with solid fill">
              <a:extLst>
                <a:ext uri="{FF2B5EF4-FFF2-40B4-BE49-F238E27FC236}">
                  <a16:creationId xmlns:a16="http://schemas.microsoft.com/office/drawing/2014/main" id="{777C3879-51CE-CEC7-BFB2-9F3D0CD046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4DDD5C-F2B9-6BF1-AAF6-3E516FC8B863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663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7A6E17-7EED-5141-DEC4-AB9C5D6F9D6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EB6E52-7BB1-8B9A-7E87-8BD76E4CC9B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EC4AC4-1ED2-3128-867D-5C6027E14A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B672EB32-19DC-16E2-4B81-8154F0CE3F0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4" name="Graphic 13" descr="Infinity with solid fill">
              <a:extLst>
                <a:ext uri="{FF2B5EF4-FFF2-40B4-BE49-F238E27FC236}">
                  <a16:creationId xmlns:a16="http://schemas.microsoft.com/office/drawing/2014/main" id="{C43EC5A4-53A6-8001-F190-DAA9E57165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6307361-EDAB-5436-F1F4-C91D28BE0E6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59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3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4922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4E2D36-44DA-4E1C-6729-20BF5D6AFC66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FD163D-9441-1D87-61F0-677D9619480A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C14339A-A587-6D6A-E248-E33B5EE8B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6B74EDCA-5B55-9276-F307-5F61030B54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0BE15FA6-6BA9-9536-7F19-627CE3854E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38A66DF-5ACE-4AAE-11E0-FFA3E905A142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549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197CA2-EBDD-5C5F-0974-2869E08A4693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6FC68C-F756-D985-ADB0-AE66092CCA17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B101FF-00D0-C868-651D-EA5314F2C8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C4FC489F-E3EF-975D-A3F5-247C58BBF7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D6909CC2-67E1-75D2-FE3F-E6DBDABBB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2A374A-1D0E-8049-D14F-6A03BB7B0E3B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888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D7DC782-AA4D-D530-0172-99D42550D07B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3500EF-6746-1E79-294C-3911BB5A0919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1DCB94-CB37-0379-95F7-AC88FD2FBF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0" name="Text Placeholder 7">
              <a:extLst>
                <a:ext uri="{FF2B5EF4-FFF2-40B4-BE49-F238E27FC236}">
                  <a16:creationId xmlns:a16="http://schemas.microsoft.com/office/drawing/2014/main" id="{70C30E69-AE1C-9627-B448-F8715C71C0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2F21969-18FF-268D-8A8C-BBBEDF0293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2CD711F-518A-95C4-2860-4C883D958B1F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26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A1483F-C91A-2767-774C-6318E986D261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7E3965-8FB5-4E2E-98DD-6BBF4C2FC965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86513D-480B-9EE8-4292-2970B5CBD1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1" name="Text Placeholder 7">
              <a:extLst>
                <a:ext uri="{FF2B5EF4-FFF2-40B4-BE49-F238E27FC236}">
                  <a16:creationId xmlns:a16="http://schemas.microsoft.com/office/drawing/2014/main" id="{44975C28-A412-6E4D-70D5-C53CAC8D65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106B0E8E-068B-8A15-55B2-7E1B26C31F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1FD62E-FB32-952D-7FE9-5E3134DC3DA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998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solidFill>
                  <a:srgbClr val="FB4D0A"/>
                </a:solidFill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520A63-DBB5-9256-F235-6C9ACF136D5D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81CB50-4132-BEA9-3041-6E388471FDAC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FBB04F-F993-EDF3-377D-D830C6E51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D43FB00B-AC88-5FDF-30CD-0CEA80B44BD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4B0F9607-A5A9-A7CB-6CC3-DEB4A2C1FF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721DB9-66E9-0F37-72C8-F2B15B29222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083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2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B0DE6-608B-EE77-46DC-63B5D62D67C8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3C7261-4E90-4056-FADD-0DB7E0BDF592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6B37B8-DBB5-4377-7126-9B1002D65F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2447BCD0-7C23-5EE1-B77B-466A2E5CED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B91CC465-4821-4F04-0DE4-D5BDB6DFB8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1F27F5-25F7-4D1F-01B4-88153C65C49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025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B86365-69EC-4DE4-94DD-467D3ECDAADC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8869FE-7014-DD18-B680-56ECC12961AD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008795-B02C-2640-13FF-E64372E9AC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BDA82073-58AB-B34D-5FDF-F3D1D126FEF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6" name="Graphic 15" descr="Infinity with solid fill">
              <a:extLst>
                <a:ext uri="{FF2B5EF4-FFF2-40B4-BE49-F238E27FC236}">
                  <a16:creationId xmlns:a16="http://schemas.microsoft.com/office/drawing/2014/main" id="{34FF683E-39C9-AB05-D326-56FB10233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03D5E5-7777-A27A-13F5-0AC1408395A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062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5EE001-6D23-272B-6CE7-2F4D7D951AE4}"/>
              </a:ext>
            </a:extLst>
          </p:cNvPr>
          <p:cNvGrpSpPr/>
          <p:nvPr userDrawn="1"/>
        </p:nvGrpSpPr>
        <p:grpSpPr>
          <a:xfrm>
            <a:off x="306099" y="6373955"/>
            <a:ext cx="1530829" cy="358489"/>
            <a:chOff x="253933" y="6327639"/>
            <a:chExt cx="1611098" cy="3772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84D778-42A7-B0ED-C559-AC9B741E602B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154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3AA02B-0911-C064-F264-935366736E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5FA825B0-0ED2-36F4-4B9B-54252859F43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70420" y="6348938"/>
              <a:ext cx="514540" cy="35598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7" name="Graphic 16" descr="Infinity with solid fill">
              <a:extLst>
                <a:ext uri="{FF2B5EF4-FFF2-40B4-BE49-F238E27FC236}">
                  <a16:creationId xmlns:a16="http://schemas.microsoft.com/office/drawing/2014/main" id="{B42CB5C0-11A7-9ECF-4FC5-51A3DBD94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ABB5D3A-626C-8137-BB58-3EE281DCD26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86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F4E1E3-7416-DE7C-A3B6-2D56D16A6DB6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B6FC78-C489-A9A8-BD5A-A262C7955DC4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9B19E7-6AA7-48CE-5E78-BF3203DA0E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7" name="Text Placeholder 7">
              <a:extLst>
                <a:ext uri="{FF2B5EF4-FFF2-40B4-BE49-F238E27FC236}">
                  <a16:creationId xmlns:a16="http://schemas.microsoft.com/office/drawing/2014/main" id="{3BDB5ABA-916C-3693-56C6-A9CE5F87DA4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8" name="Graphic 7" descr="Infinity with solid fill">
              <a:extLst>
                <a:ext uri="{FF2B5EF4-FFF2-40B4-BE49-F238E27FC236}">
                  <a16:creationId xmlns:a16="http://schemas.microsoft.com/office/drawing/2014/main" id="{C3DC53DE-D128-1A48-1BFD-2D378414E7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1D41042-02E7-144A-768C-1802EF2980E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524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B0F24D-5452-FE18-F6C1-73598C969CF9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5233D1-A237-BD3B-E86C-3D20C08A9240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06B590-E9A4-FD62-14F9-8335C6F0D646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FB62C9C-4A1E-1759-1997-F74D37E13C9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C19548AE-F194-2364-F6D3-FECF6D46DF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75903381-D0EB-6C8D-37E9-DB1D04060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8F99175-ECE7-7884-21CD-FF0168117187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006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B8D3E2-C80B-2E87-04EE-BD7D1DF3A020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4BE5E7-9DAC-23EC-BAEC-93ED1387E958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674D83-7ADE-FDE9-DEA3-0EF9A5DB6A83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A8F7DE-61FB-24B3-45B9-19F3E1AEEAA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AC3A3807-E6A4-D012-8718-D417672A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18CADBB2-D57A-3A76-DA8D-896232AE6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3E46878-2FCD-0839-4A4A-33187E767DB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985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089B11-C052-70F8-56CD-A13BAD755726}"/>
              </a:ext>
            </a:extLst>
          </p:cNvPr>
          <p:cNvGrpSpPr/>
          <p:nvPr userDrawn="1"/>
        </p:nvGrpSpPr>
        <p:grpSpPr>
          <a:xfrm>
            <a:off x="253933" y="6327639"/>
            <a:ext cx="1670559" cy="490520"/>
            <a:chOff x="253933" y="6327639"/>
            <a:chExt cx="1670559" cy="4905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8CBD1C-82C2-3E62-E701-BDC6DEDE402F}"/>
                </a:ext>
              </a:extLst>
            </p:cNvPr>
            <p:cNvSpPr txBox="1"/>
            <p:nvPr userDrawn="1"/>
          </p:nvSpPr>
          <p:spPr>
            <a:xfrm>
              <a:off x="253933" y="6541160"/>
              <a:ext cx="16110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C09213-2BC0-0254-103D-9B7E37EF0A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64510" y="6327639"/>
              <a:ext cx="785229" cy="245636"/>
            </a:xfrm>
            <a:prstGeom prst="rect">
              <a:avLst/>
            </a:prstGeom>
          </p:spPr>
        </p:pic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33295383-855A-623E-E896-F660C26C1B2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65841" y="6397020"/>
              <a:ext cx="658651" cy="271736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Font typeface="Arial" panose="020B0604020202020204" pitchFamily="34" charset="0"/>
                <a:buNone/>
                <a:defRPr sz="2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5159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4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2pPr>
              <a:lvl3pPr marL="808038" indent="-22542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20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3pPr>
              <a:lvl4pPr marL="1090613" indent="-2349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4pPr>
              <a:lvl5pPr marL="1373188" indent="-2730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System Font Regular"/>
                <a:buChar char="–"/>
                <a:tabLst/>
                <a:defRPr sz="180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B4D0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</a:t>
              </a:r>
            </a:p>
          </p:txBody>
        </p:sp>
        <p:pic>
          <p:nvPicPr>
            <p:cNvPr id="15" name="Graphic 14" descr="Infinity with solid fill">
              <a:extLst>
                <a:ext uri="{FF2B5EF4-FFF2-40B4-BE49-F238E27FC236}">
                  <a16:creationId xmlns:a16="http://schemas.microsoft.com/office/drawing/2014/main" id="{F9AE6B00-A5AA-3965-644E-5EA1ED8855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066" y="6391910"/>
              <a:ext cx="291469" cy="2722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852B48D-572F-4F1A-C9C7-810B65D5764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5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0185"/>
            <a:ext cx="11277600" cy="342918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1E4054-87BE-C8EF-52C2-1AECE34622A8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C6C3F-1D61-2C2C-3794-655E819E718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06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-26634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82B87-0757-76F8-EA9E-41306D31D9C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18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01DE1-C014-E622-6A6D-588266912BFA}"/>
              </a:ext>
            </a:extLst>
          </p:cNvPr>
          <p:cNvSpPr/>
          <p:nvPr userDrawn="1"/>
        </p:nvSpPr>
        <p:spPr>
          <a:xfrm>
            <a:off x="10546080" y="0"/>
            <a:ext cx="1645920" cy="305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Calibri" panose="020F0502020204030204" pitchFamily="34" charset="0"/>
              </a:rPr>
              <a:t>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02EB9-8029-C4E3-67FC-DDFBE58694D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157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2579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DD315-5478-BB55-E1C1-BE76DD1BAFD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928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2789F-39F2-6623-2738-EA7153B8E69C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3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One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45089-8D8F-9F5E-21A8-4316EB724216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7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2_One Column Oran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105656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830" indent="0">
              <a:buNone/>
              <a:defRPr/>
            </a:lvl2pPr>
            <a:lvl3pPr marL="582930" indent="0">
              <a:buNone/>
              <a:defRPr/>
            </a:lvl3pPr>
            <a:lvl4pPr marL="855980" indent="0">
              <a:buNone/>
              <a:defRPr/>
            </a:lvl4pPr>
            <a:lvl5pPr marL="1100455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57199" y="2985383"/>
            <a:ext cx="11277597" cy="3107599"/>
          </a:xfrm>
        </p:spPr>
        <p:txBody>
          <a:bodyPr>
            <a:noAutofit/>
          </a:bodyPr>
          <a:lstStyle>
            <a:lvl1pPr marL="230505" indent="-230505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defRPr sz="1800">
                <a:latin typeface="+mj-lt"/>
              </a:defRPr>
            </a:lvl1pPr>
            <a:lvl2pPr marL="460375" indent="-224155">
              <a:spcBef>
                <a:spcPts val="0"/>
              </a:spcBef>
              <a:spcAft>
                <a:spcPts val="400"/>
              </a:spcAft>
              <a:defRPr sz="1800">
                <a:solidFill>
                  <a:schemeClr val="accent3"/>
                </a:solidFill>
                <a:latin typeface="+mj-lt"/>
              </a:defRPr>
            </a:lvl2pPr>
            <a:lvl3pPr marL="690880" indent="-2241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50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4pPr>
            <a:lvl5pPr marL="1144905" indent="-211455">
              <a:spcBef>
                <a:spcPts val="0"/>
              </a:spcBef>
              <a:spcAft>
                <a:spcPts val="400"/>
              </a:spcAft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415711"/>
            <a:ext cx="11277600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defRPr sz="1800"/>
            </a:lvl2pPr>
            <a:lvl3pPr marL="459105" indent="-227330">
              <a:defRPr sz="1500"/>
            </a:lvl3pPr>
            <a:lvl4pPr marL="690880" indent="-231775">
              <a:defRPr sz="1500"/>
            </a:lvl4pPr>
            <a:lvl5pPr marL="976630" indent="-212725"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B7573-40A3-54CD-F3FB-7535EDDBC06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157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ix Infographic Box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58362"/>
            <a:ext cx="11277600" cy="1100959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5638800" cy="4014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B72333-1498-944B-A236-F01FCD24F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12F11-0FEC-0D48-98C2-450BD65613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2E0F13-9A85-0646-BF08-9D103A90B11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72322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5059411-4DD2-BF4A-B40A-09062DE7428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87445" y="2159000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43E6FA5-304B-6C45-B371-90C06A62E29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2679A949-03FB-C84F-8BB4-A59204838C8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272322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617106F-B15C-3C47-9852-86708E9081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087445" y="4195268"/>
            <a:ext cx="3646488" cy="1890713"/>
          </a:xfrm>
          <a:noFill/>
        </p:spPr>
        <p:txBody>
          <a:bodyPr anchor="ctr" anchorCtr="0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A41CA-50B8-41C8-9F5D-B95403A7C9C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26EE2-18B4-767B-AA76-34ECD44E0A6D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922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3FCA2-4969-C029-A2BA-2420DEE40C71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782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3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570EA8-D5F8-34D2-B2BB-0B75065730C3}"/>
              </a:ext>
            </a:extLst>
          </p:cNvPr>
          <p:cNvGrpSpPr/>
          <p:nvPr userDrawn="1"/>
        </p:nvGrpSpPr>
        <p:grpSpPr>
          <a:xfrm>
            <a:off x="242207" y="6383813"/>
            <a:ext cx="1220833" cy="337005"/>
            <a:chOff x="242207" y="6076506"/>
            <a:chExt cx="1990618" cy="5488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B35427-7E76-645F-299C-BB41C3D059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2207" y="6076506"/>
              <a:ext cx="910590" cy="44315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A3AB41-FB69-EB08-BE96-8954DE6235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322235" y="6165838"/>
              <a:ext cx="910590" cy="45955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FDFE83-7725-6284-6CE1-86CD177765B9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91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BB502-2505-2E30-A05C-03B49C5B9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4CE556-F56A-EAD5-15DB-E59546986669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8B7B7-E66C-EFA2-116F-4A9CE13AC43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16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9_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6744"/>
            <a:ext cx="11277600" cy="86405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A80C5-9717-4669-8C34-1C395391F192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47EC36-688F-989B-BFF9-7A0FC87613A9}"/>
              </a:ext>
            </a:extLst>
          </p:cNvPr>
          <p:cNvGrpSpPr/>
          <p:nvPr userDrawn="1"/>
        </p:nvGrpSpPr>
        <p:grpSpPr>
          <a:xfrm>
            <a:off x="179502" y="6269424"/>
            <a:ext cx="1753802" cy="548735"/>
            <a:chOff x="331671" y="4157711"/>
            <a:chExt cx="3735007" cy="1250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C81629-16D5-6861-077C-AB92F4238F9D}"/>
                </a:ext>
              </a:extLst>
            </p:cNvPr>
            <p:cNvSpPr txBox="1"/>
            <p:nvPr/>
          </p:nvSpPr>
          <p:spPr>
            <a:xfrm>
              <a:off x="331671" y="4777201"/>
              <a:ext cx="3431096" cy="631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Team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B4D0A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. One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E2D24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Goal.</a:t>
              </a:r>
              <a:endPara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EE2D2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F64ED1-628B-0030-EB80-06E8FDE58BAA}"/>
                </a:ext>
              </a:extLst>
            </p:cNvPr>
            <p:cNvGrpSpPr/>
            <p:nvPr/>
          </p:nvGrpSpPr>
          <p:grpSpPr>
            <a:xfrm>
              <a:off x="465213" y="4157711"/>
              <a:ext cx="3601465" cy="936385"/>
              <a:chOff x="465213" y="4157711"/>
              <a:chExt cx="3601465" cy="93638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BA0BC4F-5371-90F9-A315-37A63B6277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65213" y="4247757"/>
                <a:ext cx="1108439" cy="500391"/>
              </a:xfrm>
              <a:prstGeom prst="rect">
                <a:avLst/>
              </a:prstGeom>
            </p:spPr>
          </p:pic>
          <p:sp>
            <p:nvSpPr>
              <p:cNvPr id="7" name="Text Placeholder 7">
                <a:extLst>
                  <a:ext uri="{FF2B5EF4-FFF2-40B4-BE49-F238E27FC236}">
                    <a16:creationId xmlns:a16="http://schemas.microsoft.com/office/drawing/2014/main" id="{02A39F13-26DA-D6C5-77EA-0803C52599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4959" y="4157711"/>
                <a:ext cx="1851719" cy="936385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Font typeface="Arial" panose="020B0604020202020204" pitchFamily="34" charset="0"/>
                  <a:buNone/>
                  <a:defRPr sz="2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1pPr>
                <a:lvl2pPr marL="5159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4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2pPr>
                <a:lvl3pPr marL="808038" indent="-22542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20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3pPr>
                <a:lvl4pPr marL="1090613" indent="-2349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4pPr>
                <a:lvl5pPr marL="1373188" indent="-27305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System Font Regular"/>
                  <a:buChar char="–"/>
                  <a:tabLst/>
                  <a:defRPr sz="1800" kern="120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B4D0A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B4D0A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</a:p>
            </p:txBody>
          </p:sp>
          <p:pic>
            <p:nvPicPr>
              <p:cNvPr id="9" name="Graphic 8" descr="Infinity with solid fill">
                <a:extLst>
                  <a:ext uri="{FF2B5EF4-FFF2-40B4-BE49-F238E27FC236}">
                    <a16:creationId xmlns:a16="http://schemas.microsoft.com/office/drawing/2014/main" id="{74BC3837-8FA0-75AB-8870-89429A4E4C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78978" y="4218781"/>
                <a:ext cx="819431" cy="819432"/>
              </a:xfrm>
              <a:prstGeom prst="rect">
                <a:avLst/>
              </a:prstGeom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97F5F08-FB96-4F09-F9E3-3E5E9D948670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399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25795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rgbClr val="FB4D0A"/>
                </a:solidFill>
              </a:rPr>
              <a:t>‹#›</a:t>
            </a:fld>
            <a:endParaRPr lang="en-US" sz="800" dirty="0">
              <a:solidFill>
                <a:srgbClr val="FB4D0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3636B-6ABC-192D-5C4B-E0580BC2D40F}"/>
              </a:ext>
            </a:extLst>
          </p:cNvPr>
          <p:cNvGrpSpPr/>
          <p:nvPr userDrawn="1"/>
        </p:nvGrpSpPr>
        <p:grpSpPr>
          <a:xfrm>
            <a:off x="457200" y="6215461"/>
            <a:ext cx="2109908" cy="469992"/>
            <a:chOff x="1839685" y="2582703"/>
            <a:chExt cx="2109908" cy="469992"/>
          </a:xfrm>
        </p:grpSpPr>
        <p:pic>
          <p:nvPicPr>
            <p:cNvPr id="4" name="Picture 3" descr="A logo with colorful text&#10;&#10;Description automatically generated">
              <a:extLst>
                <a:ext uri="{FF2B5EF4-FFF2-40B4-BE49-F238E27FC236}">
                  <a16:creationId xmlns:a16="http://schemas.microsoft.com/office/drawing/2014/main" id="{69668676-EB00-43A6-2017-2E28C6B38B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78" t="22539" r="17936" b="22857"/>
            <a:stretch/>
          </p:blipFill>
          <p:spPr>
            <a:xfrm>
              <a:off x="1839685" y="2583657"/>
              <a:ext cx="551090" cy="468085"/>
            </a:xfrm>
            <a:prstGeom prst="rect">
              <a:avLst/>
            </a:prstGeom>
          </p:spPr>
        </p:pic>
        <p:pic>
          <p:nvPicPr>
            <p:cNvPr id="5" name="Picture 4" descr="A close up of a logoDescription automatically generated">
              <a:extLst>
                <a:ext uri="{FF2B5EF4-FFF2-40B4-BE49-F238E27FC236}">
                  <a16:creationId xmlns:a16="http://schemas.microsoft.com/office/drawing/2014/main" id="{24EC27F3-2BC9-5C59-AC30-5AD6CFB4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127" y="2582703"/>
              <a:ext cx="1333466" cy="469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CBA61C5-EF7F-EC53-9834-53F124253535}"/>
              </a:ext>
            </a:extLst>
          </p:cNvPr>
          <p:cNvSpPr txBox="1"/>
          <p:nvPr userDrawn="1"/>
        </p:nvSpPr>
        <p:spPr>
          <a:xfrm>
            <a:off x="8055864" y="6409944"/>
            <a:ext cx="2450592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en-US" sz="8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©2026 ExlService Holdings, Inc. All rights reserved.</a:t>
            </a:r>
            <a:endParaRPr lang="en-AU" sz="800" b="0" i="0" u="none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010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46.xml"/><Relationship Id="rId671" Type="http://schemas.openxmlformats.org/officeDocument/2006/relationships/slideLayout" Target="../slideLayouts/slideLayout700.xml"/><Relationship Id="rId769" Type="http://schemas.openxmlformats.org/officeDocument/2006/relationships/slideLayout" Target="../slideLayouts/slideLayout798.xml"/><Relationship Id="rId21" Type="http://schemas.openxmlformats.org/officeDocument/2006/relationships/slideLayout" Target="../slideLayouts/slideLayout50.xml"/><Relationship Id="rId324" Type="http://schemas.openxmlformats.org/officeDocument/2006/relationships/slideLayout" Target="../slideLayouts/slideLayout353.xml"/><Relationship Id="rId531" Type="http://schemas.openxmlformats.org/officeDocument/2006/relationships/slideLayout" Target="../slideLayouts/slideLayout560.xml"/><Relationship Id="rId629" Type="http://schemas.openxmlformats.org/officeDocument/2006/relationships/slideLayout" Target="../slideLayouts/slideLayout658.xml"/><Relationship Id="rId170" Type="http://schemas.openxmlformats.org/officeDocument/2006/relationships/slideLayout" Target="../slideLayouts/slideLayout199.xml"/><Relationship Id="rId836" Type="http://schemas.openxmlformats.org/officeDocument/2006/relationships/slideLayout" Target="../slideLayouts/slideLayout865.xml"/><Relationship Id="rId268" Type="http://schemas.openxmlformats.org/officeDocument/2006/relationships/slideLayout" Target="../slideLayouts/slideLayout297.xml"/><Relationship Id="rId475" Type="http://schemas.openxmlformats.org/officeDocument/2006/relationships/slideLayout" Target="../slideLayouts/slideLayout504.xml"/><Relationship Id="rId682" Type="http://schemas.openxmlformats.org/officeDocument/2006/relationships/slideLayout" Target="../slideLayouts/slideLayout711.xml"/><Relationship Id="rId32" Type="http://schemas.openxmlformats.org/officeDocument/2006/relationships/slideLayout" Target="../slideLayouts/slideLayout61.xml"/><Relationship Id="rId128" Type="http://schemas.openxmlformats.org/officeDocument/2006/relationships/slideLayout" Target="../slideLayouts/slideLayout157.xml"/><Relationship Id="rId335" Type="http://schemas.openxmlformats.org/officeDocument/2006/relationships/slideLayout" Target="../slideLayouts/slideLayout364.xml"/><Relationship Id="rId542" Type="http://schemas.openxmlformats.org/officeDocument/2006/relationships/slideLayout" Target="../slideLayouts/slideLayout571.xml"/><Relationship Id="rId181" Type="http://schemas.openxmlformats.org/officeDocument/2006/relationships/slideLayout" Target="../slideLayouts/slideLayout210.xml"/><Relationship Id="rId402" Type="http://schemas.openxmlformats.org/officeDocument/2006/relationships/slideLayout" Target="../slideLayouts/slideLayout431.xml"/><Relationship Id="rId847" Type="http://schemas.openxmlformats.org/officeDocument/2006/relationships/slideLayout" Target="../slideLayouts/slideLayout876.xml"/><Relationship Id="rId279" Type="http://schemas.openxmlformats.org/officeDocument/2006/relationships/slideLayout" Target="../slideLayouts/slideLayout308.xml"/><Relationship Id="rId486" Type="http://schemas.openxmlformats.org/officeDocument/2006/relationships/slideLayout" Target="../slideLayouts/slideLayout515.xml"/><Relationship Id="rId693" Type="http://schemas.openxmlformats.org/officeDocument/2006/relationships/slideLayout" Target="../slideLayouts/slideLayout722.xml"/><Relationship Id="rId707" Type="http://schemas.openxmlformats.org/officeDocument/2006/relationships/slideLayout" Target="../slideLayouts/slideLayout736.xml"/><Relationship Id="rId43" Type="http://schemas.openxmlformats.org/officeDocument/2006/relationships/slideLayout" Target="../slideLayouts/slideLayout72.xml"/><Relationship Id="rId139" Type="http://schemas.openxmlformats.org/officeDocument/2006/relationships/slideLayout" Target="../slideLayouts/slideLayout168.xml"/><Relationship Id="rId346" Type="http://schemas.openxmlformats.org/officeDocument/2006/relationships/slideLayout" Target="../slideLayouts/slideLayout375.xml"/><Relationship Id="rId553" Type="http://schemas.openxmlformats.org/officeDocument/2006/relationships/slideLayout" Target="../slideLayouts/slideLayout582.xml"/><Relationship Id="rId760" Type="http://schemas.openxmlformats.org/officeDocument/2006/relationships/slideLayout" Target="../slideLayouts/slideLayout789.xml"/><Relationship Id="rId192" Type="http://schemas.openxmlformats.org/officeDocument/2006/relationships/slideLayout" Target="../slideLayouts/slideLayout221.xml"/><Relationship Id="rId206" Type="http://schemas.openxmlformats.org/officeDocument/2006/relationships/slideLayout" Target="../slideLayouts/slideLayout235.xml"/><Relationship Id="rId413" Type="http://schemas.openxmlformats.org/officeDocument/2006/relationships/slideLayout" Target="../slideLayouts/slideLayout442.xml"/><Relationship Id="rId858" Type="http://schemas.openxmlformats.org/officeDocument/2006/relationships/slideLayout" Target="../slideLayouts/slideLayout887.xml"/><Relationship Id="rId497" Type="http://schemas.openxmlformats.org/officeDocument/2006/relationships/slideLayout" Target="../slideLayouts/slideLayout526.xml"/><Relationship Id="rId620" Type="http://schemas.openxmlformats.org/officeDocument/2006/relationships/slideLayout" Target="../slideLayouts/slideLayout649.xml"/><Relationship Id="rId718" Type="http://schemas.openxmlformats.org/officeDocument/2006/relationships/slideLayout" Target="../slideLayouts/slideLayout747.xml"/><Relationship Id="rId357" Type="http://schemas.openxmlformats.org/officeDocument/2006/relationships/slideLayout" Target="../slideLayouts/slideLayout386.xml"/><Relationship Id="rId54" Type="http://schemas.openxmlformats.org/officeDocument/2006/relationships/slideLayout" Target="../slideLayouts/slideLayout83.xml"/><Relationship Id="rId217" Type="http://schemas.openxmlformats.org/officeDocument/2006/relationships/slideLayout" Target="../slideLayouts/slideLayout246.xml"/><Relationship Id="rId564" Type="http://schemas.openxmlformats.org/officeDocument/2006/relationships/slideLayout" Target="../slideLayouts/slideLayout593.xml"/><Relationship Id="rId771" Type="http://schemas.openxmlformats.org/officeDocument/2006/relationships/slideLayout" Target="../slideLayouts/slideLayout800.xml"/><Relationship Id="rId869" Type="http://schemas.openxmlformats.org/officeDocument/2006/relationships/slideLayout" Target="../slideLayouts/slideLayout898.xml"/><Relationship Id="rId424" Type="http://schemas.openxmlformats.org/officeDocument/2006/relationships/slideLayout" Target="../slideLayouts/slideLayout453.xml"/><Relationship Id="rId631" Type="http://schemas.openxmlformats.org/officeDocument/2006/relationships/slideLayout" Target="../slideLayouts/slideLayout660.xml"/><Relationship Id="rId729" Type="http://schemas.openxmlformats.org/officeDocument/2006/relationships/slideLayout" Target="../slideLayouts/slideLayout758.xml"/><Relationship Id="rId270" Type="http://schemas.openxmlformats.org/officeDocument/2006/relationships/slideLayout" Target="../slideLayouts/slideLayout299.xml"/><Relationship Id="rId65" Type="http://schemas.openxmlformats.org/officeDocument/2006/relationships/slideLayout" Target="../slideLayouts/slideLayout94.xml"/><Relationship Id="rId130" Type="http://schemas.openxmlformats.org/officeDocument/2006/relationships/slideLayout" Target="../slideLayouts/slideLayout159.xml"/><Relationship Id="rId368" Type="http://schemas.openxmlformats.org/officeDocument/2006/relationships/slideLayout" Target="../slideLayouts/slideLayout397.xml"/><Relationship Id="rId575" Type="http://schemas.openxmlformats.org/officeDocument/2006/relationships/slideLayout" Target="../slideLayouts/slideLayout604.xml"/><Relationship Id="rId782" Type="http://schemas.openxmlformats.org/officeDocument/2006/relationships/slideLayout" Target="../slideLayouts/slideLayout811.xml"/><Relationship Id="rId228" Type="http://schemas.openxmlformats.org/officeDocument/2006/relationships/slideLayout" Target="../slideLayouts/slideLayout257.xml"/><Relationship Id="rId435" Type="http://schemas.openxmlformats.org/officeDocument/2006/relationships/slideLayout" Target="../slideLayouts/slideLayout464.xml"/><Relationship Id="rId642" Type="http://schemas.openxmlformats.org/officeDocument/2006/relationships/slideLayout" Target="../slideLayouts/slideLayout671.xml"/><Relationship Id="rId281" Type="http://schemas.openxmlformats.org/officeDocument/2006/relationships/slideLayout" Target="../slideLayouts/slideLayout310.xml"/><Relationship Id="rId502" Type="http://schemas.openxmlformats.org/officeDocument/2006/relationships/slideLayout" Target="../slideLayouts/slideLayout531.xml"/><Relationship Id="rId76" Type="http://schemas.openxmlformats.org/officeDocument/2006/relationships/slideLayout" Target="../slideLayouts/slideLayout105.xml"/><Relationship Id="rId141" Type="http://schemas.openxmlformats.org/officeDocument/2006/relationships/slideLayout" Target="../slideLayouts/slideLayout170.xml"/><Relationship Id="rId379" Type="http://schemas.openxmlformats.org/officeDocument/2006/relationships/slideLayout" Target="../slideLayouts/slideLayout408.xml"/><Relationship Id="rId586" Type="http://schemas.openxmlformats.org/officeDocument/2006/relationships/slideLayout" Target="../slideLayouts/slideLayout615.xml"/><Relationship Id="rId793" Type="http://schemas.openxmlformats.org/officeDocument/2006/relationships/slideLayout" Target="../slideLayouts/slideLayout822.xml"/><Relationship Id="rId807" Type="http://schemas.openxmlformats.org/officeDocument/2006/relationships/slideLayout" Target="../slideLayouts/slideLayout836.xml"/><Relationship Id="rId7" Type="http://schemas.openxmlformats.org/officeDocument/2006/relationships/slideLayout" Target="../slideLayouts/slideLayout36.xml"/><Relationship Id="rId239" Type="http://schemas.openxmlformats.org/officeDocument/2006/relationships/slideLayout" Target="../slideLayouts/slideLayout268.xml"/><Relationship Id="rId446" Type="http://schemas.openxmlformats.org/officeDocument/2006/relationships/slideLayout" Target="../slideLayouts/slideLayout475.xml"/><Relationship Id="rId653" Type="http://schemas.openxmlformats.org/officeDocument/2006/relationships/slideLayout" Target="../slideLayouts/slideLayout682.xml"/><Relationship Id="rId292" Type="http://schemas.openxmlformats.org/officeDocument/2006/relationships/slideLayout" Target="../slideLayouts/slideLayout321.xml"/><Relationship Id="rId306" Type="http://schemas.openxmlformats.org/officeDocument/2006/relationships/slideLayout" Target="../slideLayouts/slideLayout335.xml"/><Relationship Id="rId860" Type="http://schemas.openxmlformats.org/officeDocument/2006/relationships/slideLayout" Target="../slideLayouts/slideLayout889.xml"/><Relationship Id="rId87" Type="http://schemas.openxmlformats.org/officeDocument/2006/relationships/slideLayout" Target="../slideLayouts/slideLayout116.xml"/><Relationship Id="rId513" Type="http://schemas.openxmlformats.org/officeDocument/2006/relationships/slideLayout" Target="../slideLayouts/slideLayout542.xml"/><Relationship Id="rId597" Type="http://schemas.openxmlformats.org/officeDocument/2006/relationships/slideLayout" Target="../slideLayouts/slideLayout626.xml"/><Relationship Id="rId720" Type="http://schemas.openxmlformats.org/officeDocument/2006/relationships/slideLayout" Target="../slideLayouts/slideLayout749.xml"/><Relationship Id="rId818" Type="http://schemas.openxmlformats.org/officeDocument/2006/relationships/slideLayout" Target="../slideLayouts/slideLayout847.xml"/><Relationship Id="rId152" Type="http://schemas.openxmlformats.org/officeDocument/2006/relationships/slideLayout" Target="../slideLayouts/slideLayout181.xml"/><Relationship Id="rId457" Type="http://schemas.openxmlformats.org/officeDocument/2006/relationships/slideLayout" Target="../slideLayouts/slideLayout486.xml"/><Relationship Id="rId664" Type="http://schemas.openxmlformats.org/officeDocument/2006/relationships/slideLayout" Target="../slideLayouts/slideLayout693.xml"/><Relationship Id="rId871" Type="http://schemas.openxmlformats.org/officeDocument/2006/relationships/slideLayout" Target="../slideLayouts/slideLayout900.xml"/><Relationship Id="rId14" Type="http://schemas.openxmlformats.org/officeDocument/2006/relationships/slideLayout" Target="../slideLayouts/slideLayout43.xml"/><Relationship Id="rId317" Type="http://schemas.openxmlformats.org/officeDocument/2006/relationships/slideLayout" Target="../slideLayouts/slideLayout346.xml"/><Relationship Id="rId524" Type="http://schemas.openxmlformats.org/officeDocument/2006/relationships/slideLayout" Target="../slideLayouts/slideLayout553.xml"/><Relationship Id="rId731" Type="http://schemas.openxmlformats.org/officeDocument/2006/relationships/slideLayout" Target="../slideLayouts/slideLayout760.xml"/><Relationship Id="rId98" Type="http://schemas.openxmlformats.org/officeDocument/2006/relationships/slideLayout" Target="../slideLayouts/slideLayout127.xml"/><Relationship Id="rId163" Type="http://schemas.openxmlformats.org/officeDocument/2006/relationships/slideLayout" Target="../slideLayouts/slideLayout192.xml"/><Relationship Id="rId370" Type="http://schemas.openxmlformats.org/officeDocument/2006/relationships/slideLayout" Target="../slideLayouts/slideLayout399.xml"/><Relationship Id="rId829" Type="http://schemas.openxmlformats.org/officeDocument/2006/relationships/slideLayout" Target="../slideLayouts/slideLayout858.xml"/><Relationship Id="rId230" Type="http://schemas.openxmlformats.org/officeDocument/2006/relationships/slideLayout" Target="../slideLayouts/slideLayout259.xml"/><Relationship Id="rId468" Type="http://schemas.openxmlformats.org/officeDocument/2006/relationships/slideLayout" Target="../slideLayouts/slideLayout497.xml"/><Relationship Id="rId675" Type="http://schemas.openxmlformats.org/officeDocument/2006/relationships/slideLayout" Target="../slideLayouts/slideLayout704.xml"/><Relationship Id="rId25" Type="http://schemas.openxmlformats.org/officeDocument/2006/relationships/slideLayout" Target="../slideLayouts/slideLayout54.xml"/><Relationship Id="rId328" Type="http://schemas.openxmlformats.org/officeDocument/2006/relationships/slideLayout" Target="../slideLayouts/slideLayout357.xml"/><Relationship Id="rId535" Type="http://schemas.openxmlformats.org/officeDocument/2006/relationships/slideLayout" Target="../slideLayouts/slideLayout564.xml"/><Relationship Id="rId742" Type="http://schemas.openxmlformats.org/officeDocument/2006/relationships/slideLayout" Target="../slideLayouts/slideLayout771.xml"/><Relationship Id="rId174" Type="http://schemas.openxmlformats.org/officeDocument/2006/relationships/slideLayout" Target="../slideLayouts/slideLayout203.xml"/><Relationship Id="rId381" Type="http://schemas.openxmlformats.org/officeDocument/2006/relationships/slideLayout" Target="../slideLayouts/slideLayout410.xml"/><Relationship Id="rId602" Type="http://schemas.openxmlformats.org/officeDocument/2006/relationships/slideLayout" Target="../slideLayouts/slideLayout631.xml"/><Relationship Id="rId241" Type="http://schemas.openxmlformats.org/officeDocument/2006/relationships/slideLayout" Target="../slideLayouts/slideLayout270.xml"/><Relationship Id="rId479" Type="http://schemas.openxmlformats.org/officeDocument/2006/relationships/slideLayout" Target="../slideLayouts/slideLayout508.xml"/><Relationship Id="rId686" Type="http://schemas.openxmlformats.org/officeDocument/2006/relationships/slideLayout" Target="../slideLayouts/slideLayout715.xml"/><Relationship Id="rId36" Type="http://schemas.openxmlformats.org/officeDocument/2006/relationships/slideLayout" Target="../slideLayouts/slideLayout65.xml"/><Relationship Id="rId339" Type="http://schemas.openxmlformats.org/officeDocument/2006/relationships/slideLayout" Target="../slideLayouts/slideLayout368.xml"/><Relationship Id="rId546" Type="http://schemas.openxmlformats.org/officeDocument/2006/relationships/slideLayout" Target="../slideLayouts/slideLayout575.xml"/><Relationship Id="rId753" Type="http://schemas.openxmlformats.org/officeDocument/2006/relationships/slideLayout" Target="../slideLayouts/slideLayout782.xml"/><Relationship Id="rId101" Type="http://schemas.openxmlformats.org/officeDocument/2006/relationships/slideLayout" Target="../slideLayouts/slideLayout130.xml"/><Relationship Id="rId185" Type="http://schemas.openxmlformats.org/officeDocument/2006/relationships/slideLayout" Target="../slideLayouts/slideLayout214.xml"/><Relationship Id="rId406" Type="http://schemas.openxmlformats.org/officeDocument/2006/relationships/slideLayout" Target="../slideLayouts/slideLayout435.xml"/><Relationship Id="rId392" Type="http://schemas.openxmlformats.org/officeDocument/2006/relationships/slideLayout" Target="../slideLayouts/slideLayout421.xml"/><Relationship Id="rId613" Type="http://schemas.openxmlformats.org/officeDocument/2006/relationships/slideLayout" Target="../slideLayouts/slideLayout642.xml"/><Relationship Id="rId697" Type="http://schemas.openxmlformats.org/officeDocument/2006/relationships/slideLayout" Target="../slideLayouts/slideLayout726.xml"/><Relationship Id="rId820" Type="http://schemas.openxmlformats.org/officeDocument/2006/relationships/slideLayout" Target="../slideLayouts/slideLayout849.xml"/><Relationship Id="rId252" Type="http://schemas.openxmlformats.org/officeDocument/2006/relationships/slideLayout" Target="../slideLayouts/slideLayout281.xml"/><Relationship Id="rId47" Type="http://schemas.openxmlformats.org/officeDocument/2006/relationships/slideLayout" Target="../slideLayouts/slideLayout76.xml"/><Relationship Id="rId112" Type="http://schemas.openxmlformats.org/officeDocument/2006/relationships/slideLayout" Target="../slideLayouts/slideLayout141.xml"/><Relationship Id="rId557" Type="http://schemas.openxmlformats.org/officeDocument/2006/relationships/slideLayout" Target="../slideLayouts/slideLayout586.xml"/><Relationship Id="rId764" Type="http://schemas.openxmlformats.org/officeDocument/2006/relationships/slideLayout" Target="../slideLayouts/slideLayout793.xml"/><Relationship Id="rId196" Type="http://schemas.openxmlformats.org/officeDocument/2006/relationships/slideLayout" Target="../slideLayouts/slideLayout225.xml"/><Relationship Id="rId417" Type="http://schemas.openxmlformats.org/officeDocument/2006/relationships/slideLayout" Target="../slideLayouts/slideLayout446.xml"/><Relationship Id="rId624" Type="http://schemas.openxmlformats.org/officeDocument/2006/relationships/slideLayout" Target="../slideLayouts/slideLayout653.xml"/><Relationship Id="rId831" Type="http://schemas.openxmlformats.org/officeDocument/2006/relationships/slideLayout" Target="../slideLayouts/slideLayout860.xml"/><Relationship Id="rId263" Type="http://schemas.openxmlformats.org/officeDocument/2006/relationships/slideLayout" Target="../slideLayouts/slideLayout292.xml"/><Relationship Id="rId470" Type="http://schemas.openxmlformats.org/officeDocument/2006/relationships/slideLayout" Target="../slideLayouts/slideLayout499.xml"/><Relationship Id="rId58" Type="http://schemas.openxmlformats.org/officeDocument/2006/relationships/slideLayout" Target="../slideLayouts/slideLayout87.xml"/><Relationship Id="rId123" Type="http://schemas.openxmlformats.org/officeDocument/2006/relationships/slideLayout" Target="../slideLayouts/slideLayout152.xml"/><Relationship Id="rId330" Type="http://schemas.openxmlformats.org/officeDocument/2006/relationships/slideLayout" Target="../slideLayouts/slideLayout359.xml"/><Relationship Id="rId568" Type="http://schemas.openxmlformats.org/officeDocument/2006/relationships/slideLayout" Target="../slideLayouts/slideLayout597.xml"/><Relationship Id="rId775" Type="http://schemas.openxmlformats.org/officeDocument/2006/relationships/slideLayout" Target="../slideLayouts/slideLayout804.xml"/><Relationship Id="rId428" Type="http://schemas.openxmlformats.org/officeDocument/2006/relationships/slideLayout" Target="../slideLayouts/slideLayout457.xml"/><Relationship Id="rId635" Type="http://schemas.openxmlformats.org/officeDocument/2006/relationships/slideLayout" Target="../slideLayouts/slideLayout664.xml"/><Relationship Id="rId842" Type="http://schemas.openxmlformats.org/officeDocument/2006/relationships/slideLayout" Target="../slideLayouts/slideLayout871.xml"/><Relationship Id="rId274" Type="http://schemas.openxmlformats.org/officeDocument/2006/relationships/slideLayout" Target="../slideLayouts/slideLayout303.xml"/><Relationship Id="rId481" Type="http://schemas.openxmlformats.org/officeDocument/2006/relationships/slideLayout" Target="../slideLayouts/slideLayout510.xml"/><Relationship Id="rId702" Type="http://schemas.openxmlformats.org/officeDocument/2006/relationships/slideLayout" Target="../slideLayouts/slideLayout731.xml"/><Relationship Id="rId69" Type="http://schemas.openxmlformats.org/officeDocument/2006/relationships/slideLayout" Target="../slideLayouts/slideLayout98.xml"/><Relationship Id="rId134" Type="http://schemas.openxmlformats.org/officeDocument/2006/relationships/slideLayout" Target="../slideLayouts/slideLayout163.xml"/><Relationship Id="rId579" Type="http://schemas.openxmlformats.org/officeDocument/2006/relationships/slideLayout" Target="../slideLayouts/slideLayout608.xml"/><Relationship Id="rId786" Type="http://schemas.openxmlformats.org/officeDocument/2006/relationships/slideLayout" Target="../slideLayouts/slideLayout815.xml"/><Relationship Id="rId341" Type="http://schemas.openxmlformats.org/officeDocument/2006/relationships/slideLayout" Target="../slideLayouts/slideLayout370.xml"/><Relationship Id="rId439" Type="http://schemas.openxmlformats.org/officeDocument/2006/relationships/slideLayout" Target="../slideLayouts/slideLayout468.xml"/><Relationship Id="rId646" Type="http://schemas.openxmlformats.org/officeDocument/2006/relationships/slideLayout" Target="../slideLayouts/slideLayout675.xml"/><Relationship Id="rId201" Type="http://schemas.openxmlformats.org/officeDocument/2006/relationships/slideLayout" Target="../slideLayouts/slideLayout230.xml"/><Relationship Id="rId285" Type="http://schemas.openxmlformats.org/officeDocument/2006/relationships/slideLayout" Target="../slideLayouts/slideLayout314.xml"/><Relationship Id="rId506" Type="http://schemas.openxmlformats.org/officeDocument/2006/relationships/slideLayout" Target="../slideLayouts/slideLayout535.xml"/><Relationship Id="rId853" Type="http://schemas.openxmlformats.org/officeDocument/2006/relationships/slideLayout" Target="../slideLayouts/slideLayout882.xml"/><Relationship Id="rId492" Type="http://schemas.openxmlformats.org/officeDocument/2006/relationships/slideLayout" Target="../slideLayouts/slideLayout521.xml"/><Relationship Id="rId713" Type="http://schemas.openxmlformats.org/officeDocument/2006/relationships/slideLayout" Target="../slideLayouts/slideLayout742.xml"/><Relationship Id="rId797" Type="http://schemas.openxmlformats.org/officeDocument/2006/relationships/slideLayout" Target="../slideLayouts/slideLayout826.xml"/><Relationship Id="rId145" Type="http://schemas.openxmlformats.org/officeDocument/2006/relationships/slideLayout" Target="../slideLayouts/slideLayout174.xml"/><Relationship Id="rId352" Type="http://schemas.openxmlformats.org/officeDocument/2006/relationships/slideLayout" Target="../slideLayouts/slideLayout381.xml"/><Relationship Id="rId212" Type="http://schemas.openxmlformats.org/officeDocument/2006/relationships/slideLayout" Target="../slideLayouts/slideLayout241.xml"/><Relationship Id="rId657" Type="http://schemas.openxmlformats.org/officeDocument/2006/relationships/slideLayout" Target="../slideLayouts/slideLayout686.xml"/><Relationship Id="rId864" Type="http://schemas.openxmlformats.org/officeDocument/2006/relationships/slideLayout" Target="../slideLayouts/slideLayout893.xml"/><Relationship Id="rId296" Type="http://schemas.openxmlformats.org/officeDocument/2006/relationships/slideLayout" Target="../slideLayouts/slideLayout325.xml"/><Relationship Id="rId517" Type="http://schemas.openxmlformats.org/officeDocument/2006/relationships/slideLayout" Target="../slideLayouts/slideLayout546.xml"/><Relationship Id="rId724" Type="http://schemas.openxmlformats.org/officeDocument/2006/relationships/slideLayout" Target="../slideLayouts/slideLayout753.xml"/><Relationship Id="rId60" Type="http://schemas.openxmlformats.org/officeDocument/2006/relationships/slideLayout" Target="../slideLayouts/slideLayout89.xml"/><Relationship Id="rId156" Type="http://schemas.openxmlformats.org/officeDocument/2006/relationships/slideLayout" Target="../slideLayouts/slideLayout185.xml"/><Relationship Id="rId363" Type="http://schemas.openxmlformats.org/officeDocument/2006/relationships/slideLayout" Target="../slideLayouts/slideLayout392.xml"/><Relationship Id="rId570" Type="http://schemas.openxmlformats.org/officeDocument/2006/relationships/slideLayout" Target="../slideLayouts/slideLayout599.xml"/><Relationship Id="rId223" Type="http://schemas.openxmlformats.org/officeDocument/2006/relationships/slideLayout" Target="../slideLayouts/slideLayout252.xml"/><Relationship Id="rId430" Type="http://schemas.openxmlformats.org/officeDocument/2006/relationships/slideLayout" Target="../slideLayouts/slideLayout459.xml"/><Relationship Id="rId668" Type="http://schemas.openxmlformats.org/officeDocument/2006/relationships/slideLayout" Target="../slideLayouts/slideLayout697.xml"/><Relationship Id="rId18" Type="http://schemas.openxmlformats.org/officeDocument/2006/relationships/slideLayout" Target="../slideLayouts/slideLayout47.xml"/><Relationship Id="rId528" Type="http://schemas.openxmlformats.org/officeDocument/2006/relationships/slideLayout" Target="../slideLayouts/slideLayout557.xml"/><Relationship Id="rId735" Type="http://schemas.openxmlformats.org/officeDocument/2006/relationships/slideLayout" Target="../slideLayouts/slideLayout764.xml"/><Relationship Id="rId167" Type="http://schemas.openxmlformats.org/officeDocument/2006/relationships/slideLayout" Target="../slideLayouts/slideLayout196.xml"/><Relationship Id="rId374" Type="http://schemas.openxmlformats.org/officeDocument/2006/relationships/slideLayout" Target="../slideLayouts/slideLayout403.xml"/><Relationship Id="rId581" Type="http://schemas.openxmlformats.org/officeDocument/2006/relationships/slideLayout" Target="../slideLayouts/slideLayout610.xml"/><Relationship Id="rId71" Type="http://schemas.openxmlformats.org/officeDocument/2006/relationships/slideLayout" Target="../slideLayouts/slideLayout100.xml"/><Relationship Id="rId234" Type="http://schemas.openxmlformats.org/officeDocument/2006/relationships/slideLayout" Target="../slideLayouts/slideLayout263.xml"/><Relationship Id="rId679" Type="http://schemas.openxmlformats.org/officeDocument/2006/relationships/slideLayout" Target="../slideLayouts/slideLayout708.xml"/><Relationship Id="rId802" Type="http://schemas.openxmlformats.org/officeDocument/2006/relationships/slideLayout" Target="../slideLayouts/slideLayout831.xml"/><Relationship Id="rId2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58.xml"/><Relationship Id="rId441" Type="http://schemas.openxmlformats.org/officeDocument/2006/relationships/slideLayout" Target="../slideLayouts/slideLayout470.xml"/><Relationship Id="rId539" Type="http://schemas.openxmlformats.org/officeDocument/2006/relationships/slideLayout" Target="../slideLayouts/slideLayout568.xml"/><Relationship Id="rId746" Type="http://schemas.openxmlformats.org/officeDocument/2006/relationships/slideLayout" Target="../slideLayouts/slideLayout775.xml"/><Relationship Id="rId178" Type="http://schemas.openxmlformats.org/officeDocument/2006/relationships/slideLayout" Target="../slideLayouts/slideLayout207.xml"/><Relationship Id="rId301" Type="http://schemas.openxmlformats.org/officeDocument/2006/relationships/slideLayout" Target="../slideLayouts/slideLayout330.xml"/><Relationship Id="rId82" Type="http://schemas.openxmlformats.org/officeDocument/2006/relationships/slideLayout" Target="../slideLayouts/slideLayout111.xml"/><Relationship Id="rId385" Type="http://schemas.openxmlformats.org/officeDocument/2006/relationships/slideLayout" Target="../slideLayouts/slideLayout414.xml"/><Relationship Id="rId592" Type="http://schemas.openxmlformats.org/officeDocument/2006/relationships/slideLayout" Target="../slideLayouts/slideLayout621.xml"/><Relationship Id="rId606" Type="http://schemas.openxmlformats.org/officeDocument/2006/relationships/slideLayout" Target="../slideLayouts/slideLayout635.xml"/><Relationship Id="rId813" Type="http://schemas.openxmlformats.org/officeDocument/2006/relationships/slideLayout" Target="../slideLayouts/slideLayout842.xml"/><Relationship Id="rId245" Type="http://schemas.openxmlformats.org/officeDocument/2006/relationships/slideLayout" Target="../slideLayouts/slideLayout274.xml"/><Relationship Id="rId452" Type="http://schemas.openxmlformats.org/officeDocument/2006/relationships/slideLayout" Target="../slideLayouts/slideLayout481.xml"/><Relationship Id="rId105" Type="http://schemas.openxmlformats.org/officeDocument/2006/relationships/slideLayout" Target="../slideLayouts/slideLayout134.xml"/><Relationship Id="rId312" Type="http://schemas.openxmlformats.org/officeDocument/2006/relationships/slideLayout" Target="../slideLayouts/slideLayout341.xml"/><Relationship Id="rId757" Type="http://schemas.openxmlformats.org/officeDocument/2006/relationships/slideLayout" Target="../slideLayouts/slideLayout786.xml"/><Relationship Id="rId93" Type="http://schemas.openxmlformats.org/officeDocument/2006/relationships/slideLayout" Target="../slideLayouts/slideLayout122.xml"/><Relationship Id="rId189" Type="http://schemas.openxmlformats.org/officeDocument/2006/relationships/slideLayout" Target="../slideLayouts/slideLayout218.xml"/><Relationship Id="rId396" Type="http://schemas.openxmlformats.org/officeDocument/2006/relationships/slideLayout" Target="../slideLayouts/slideLayout425.xml"/><Relationship Id="rId617" Type="http://schemas.openxmlformats.org/officeDocument/2006/relationships/slideLayout" Target="../slideLayouts/slideLayout646.xml"/><Relationship Id="rId824" Type="http://schemas.openxmlformats.org/officeDocument/2006/relationships/slideLayout" Target="../slideLayouts/slideLayout853.xml"/><Relationship Id="rId256" Type="http://schemas.openxmlformats.org/officeDocument/2006/relationships/slideLayout" Target="../slideLayouts/slideLayout285.xml"/><Relationship Id="rId463" Type="http://schemas.openxmlformats.org/officeDocument/2006/relationships/slideLayout" Target="../slideLayouts/slideLayout492.xml"/><Relationship Id="rId670" Type="http://schemas.openxmlformats.org/officeDocument/2006/relationships/slideLayout" Target="../slideLayouts/slideLayout699.xml"/><Relationship Id="rId116" Type="http://schemas.openxmlformats.org/officeDocument/2006/relationships/slideLayout" Target="../slideLayouts/slideLayout145.xml"/><Relationship Id="rId323" Type="http://schemas.openxmlformats.org/officeDocument/2006/relationships/slideLayout" Target="../slideLayouts/slideLayout352.xml"/><Relationship Id="rId530" Type="http://schemas.openxmlformats.org/officeDocument/2006/relationships/slideLayout" Target="../slideLayouts/slideLayout559.xml"/><Relationship Id="rId768" Type="http://schemas.openxmlformats.org/officeDocument/2006/relationships/slideLayout" Target="../slideLayouts/slideLayout797.xml"/><Relationship Id="rId20" Type="http://schemas.openxmlformats.org/officeDocument/2006/relationships/slideLayout" Target="../slideLayouts/slideLayout49.xml"/><Relationship Id="rId628" Type="http://schemas.openxmlformats.org/officeDocument/2006/relationships/slideLayout" Target="../slideLayouts/slideLayout657.xml"/><Relationship Id="rId835" Type="http://schemas.openxmlformats.org/officeDocument/2006/relationships/slideLayout" Target="../slideLayouts/slideLayout864.xml"/><Relationship Id="rId267" Type="http://schemas.openxmlformats.org/officeDocument/2006/relationships/slideLayout" Target="../slideLayouts/slideLayout296.xml"/><Relationship Id="rId474" Type="http://schemas.openxmlformats.org/officeDocument/2006/relationships/slideLayout" Target="../slideLayouts/slideLayout503.xml"/><Relationship Id="rId127" Type="http://schemas.openxmlformats.org/officeDocument/2006/relationships/slideLayout" Target="../slideLayouts/slideLayout156.xml"/><Relationship Id="rId681" Type="http://schemas.openxmlformats.org/officeDocument/2006/relationships/slideLayout" Target="../slideLayouts/slideLayout710.xml"/><Relationship Id="rId779" Type="http://schemas.openxmlformats.org/officeDocument/2006/relationships/slideLayout" Target="../slideLayouts/slideLayout808.xml"/><Relationship Id="rId31" Type="http://schemas.openxmlformats.org/officeDocument/2006/relationships/slideLayout" Target="../slideLayouts/slideLayout60.xml"/><Relationship Id="rId334" Type="http://schemas.openxmlformats.org/officeDocument/2006/relationships/slideLayout" Target="../slideLayouts/slideLayout363.xml"/><Relationship Id="rId541" Type="http://schemas.openxmlformats.org/officeDocument/2006/relationships/slideLayout" Target="../slideLayouts/slideLayout570.xml"/><Relationship Id="rId639" Type="http://schemas.openxmlformats.org/officeDocument/2006/relationships/slideLayout" Target="../slideLayouts/slideLayout668.xml"/><Relationship Id="rId180" Type="http://schemas.openxmlformats.org/officeDocument/2006/relationships/slideLayout" Target="../slideLayouts/slideLayout209.xml"/><Relationship Id="rId278" Type="http://schemas.openxmlformats.org/officeDocument/2006/relationships/slideLayout" Target="../slideLayouts/slideLayout307.xml"/><Relationship Id="rId401" Type="http://schemas.openxmlformats.org/officeDocument/2006/relationships/slideLayout" Target="../slideLayouts/slideLayout430.xml"/><Relationship Id="rId846" Type="http://schemas.openxmlformats.org/officeDocument/2006/relationships/slideLayout" Target="../slideLayouts/slideLayout875.xml"/><Relationship Id="rId485" Type="http://schemas.openxmlformats.org/officeDocument/2006/relationships/slideLayout" Target="../slideLayouts/slideLayout514.xml"/><Relationship Id="rId692" Type="http://schemas.openxmlformats.org/officeDocument/2006/relationships/slideLayout" Target="../slideLayouts/slideLayout721.xml"/><Relationship Id="rId706" Type="http://schemas.openxmlformats.org/officeDocument/2006/relationships/slideLayout" Target="../slideLayouts/slideLayout735.xml"/><Relationship Id="rId42" Type="http://schemas.openxmlformats.org/officeDocument/2006/relationships/slideLayout" Target="../slideLayouts/slideLayout71.xml"/><Relationship Id="rId138" Type="http://schemas.openxmlformats.org/officeDocument/2006/relationships/slideLayout" Target="../slideLayouts/slideLayout167.xml"/><Relationship Id="rId345" Type="http://schemas.openxmlformats.org/officeDocument/2006/relationships/slideLayout" Target="../slideLayouts/slideLayout374.xml"/><Relationship Id="rId552" Type="http://schemas.openxmlformats.org/officeDocument/2006/relationships/slideLayout" Target="../slideLayouts/slideLayout581.xml"/><Relationship Id="rId191" Type="http://schemas.openxmlformats.org/officeDocument/2006/relationships/slideLayout" Target="../slideLayouts/slideLayout220.xml"/><Relationship Id="rId205" Type="http://schemas.openxmlformats.org/officeDocument/2006/relationships/slideLayout" Target="../slideLayouts/slideLayout234.xml"/><Relationship Id="rId412" Type="http://schemas.openxmlformats.org/officeDocument/2006/relationships/slideLayout" Target="../slideLayouts/slideLayout441.xml"/><Relationship Id="rId857" Type="http://schemas.openxmlformats.org/officeDocument/2006/relationships/slideLayout" Target="../slideLayouts/slideLayout886.xml"/><Relationship Id="rId289" Type="http://schemas.openxmlformats.org/officeDocument/2006/relationships/slideLayout" Target="../slideLayouts/slideLayout318.xml"/><Relationship Id="rId496" Type="http://schemas.openxmlformats.org/officeDocument/2006/relationships/slideLayout" Target="../slideLayouts/slideLayout525.xml"/><Relationship Id="rId717" Type="http://schemas.openxmlformats.org/officeDocument/2006/relationships/slideLayout" Target="../slideLayouts/slideLayout746.xml"/><Relationship Id="rId53" Type="http://schemas.openxmlformats.org/officeDocument/2006/relationships/slideLayout" Target="../slideLayouts/slideLayout82.xml"/><Relationship Id="rId149" Type="http://schemas.openxmlformats.org/officeDocument/2006/relationships/slideLayout" Target="../slideLayouts/slideLayout178.xml"/><Relationship Id="rId356" Type="http://schemas.openxmlformats.org/officeDocument/2006/relationships/slideLayout" Target="../slideLayouts/slideLayout385.xml"/><Relationship Id="rId563" Type="http://schemas.openxmlformats.org/officeDocument/2006/relationships/slideLayout" Target="../slideLayouts/slideLayout592.xml"/><Relationship Id="rId770" Type="http://schemas.openxmlformats.org/officeDocument/2006/relationships/slideLayout" Target="../slideLayouts/slideLayout799.xml"/><Relationship Id="rId216" Type="http://schemas.openxmlformats.org/officeDocument/2006/relationships/slideLayout" Target="../slideLayouts/slideLayout245.xml"/><Relationship Id="rId423" Type="http://schemas.openxmlformats.org/officeDocument/2006/relationships/slideLayout" Target="../slideLayouts/slideLayout452.xml"/><Relationship Id="rId868" Type="http://schemas.openxmlformats.org/officeDocument/2006/relationships/slideLayout" Target="../slideLayouts/slideLayout897.xml"/><Relationship Id="rId630" Type="http://schemas.openxmlformats.org/officeDocument/2006/relationships/slideLayout" Target="../slideLayouts/slideLayout659.xml"/><Relationship Id="rId728" Type="http://schemas.openxmlformats.org/officeDocument/2006/relationships/slideLayout" Target="../slideLayouts/slideLayout757.xml"/><Relationship Id="rId64" Type="http://schemas.openxmlformats.org/officeDocument/2006/relationships/slideLayout" Target="../slideLayouts/slideLayout93.xml"/><Relationship Id="rId367" Type="http://schemas.openxmlformats.org/officeDocument/2006/relationships/slideLayout" Target="../slideLayouts/slideLayout396.xml"/><Relationship Id="rId574" Type="http://schemas.openxmlformats.org/officeDocument/2006/relationships/slideLayout" Target="../slideLayouts/slideLayout603.xml"/><Relationship Id="rId227" Type="http://schemas.openxmlformats.org/officeDocument/2006/relationships/slideLayout" Target="../slideLayouts/slideLayout256.xml"/><Relationship Id="rId781" Type="http://schemas.openxmlformats.org/officeDocument/2006/relationships/slideLayout" Target="../slideLayouts/slideLayout810.xml"/><Relationship Id="rId434" Type="http://schemas.openxmlformats.org/officeDocument/2006/relationships/slideLayout" Target="../slideLayouts/slideLayout463.xml"/><Relationship Id="rId641" Type="http://schemas.openxmlformats.org/officeDocument/2006/relationships/slideLayout" Target="../slideLayouts/slideLayout670.xml"/><Relationship Id="rId739" Type="http://schemas.openxmlformats.org/officeDocument/2006/relationships/slideLayout" Target="../slideLayouts/slideLayout768.xml"/><Relationship Id="rId280" Type="http://schemas.openxmlformats.org/officeDocument/2006/relationships/slideLayout" Target="../slideLayouts/slideLayout309.xml"/><Relationship Id="rId501" Type="http://schemas.openxmlformats.org/officeDocument/2006/relationships/slideLayout" Target="../slideLayouts/slideLayout530.xml"/><Relationship Id="rId75" Type="http://schemas.openxmlformats.org/officeDocument/2006/relationships/slideLayout" Target="../slideLayouts/slideLayout104.xml"/><Relationship Id="rId140" Type="http://schemas.openxmlformats.org/officeDocument/2006/relationships/slideLayout" Target="../slideLayouts/slideLayout169.xml"/><Relationship Id="rId378" Type="http://schemas.openxmlformats.org/officeDocument/2006/relationships/slideLayout" Target="../slideLayouts/slideLayout407.xml"/><Relationship Id="rId585" Type="http://schemas.openxmlformats.org/officeDocument/2006/relationships/slideLayout" Target="../slideLayouts/slideLayout614.xml"/><Relationship Id="rId792" Type="http://schemas.openxmlformats.org/officeDocument/2006/relationships/slideLayout" Target="../slideLayouts/slideLayout821.xml"/><Relationship Id="rId806" Type="http://schemas.openxmlformats.org/officeDocument/2006/relationships/slideLayout" Target="../slideLayouts/slideLayout835.xml"/><Relationship Id="rId6" Type="http://schemas.openxmlformats.org/officeDocument/2006/relationships/slideLayout" Target="../slideLayouts/slideLayout35.xml"/><Relationship Id="rId238" Type="http://schemas.openxmlformats.org/officeDocument/2006/relationships/slideLayout" Target="../slideLayouts/slideLayout267.xml"/><Relationship Id="rId445" Type="http://schemas.openxmlformats.org/officeDocument/2006/relationships/slideLayout" Target="../slideLayouts/slideLayout474.xml"/><Relationship Id="rId652" Type="http://schemas.openxmlformats.org/officeDocument/2006/relationships/slideLayout" Target="../slideLayouts/slideLayout681.xml"/><Relationship Id="rId291" Type="http://schemas.openxmlformats.org/officeDocument/2006/relationships/slideLayout" Target="../slideLayouts/slideLayout320.xml"/><Relationship Id="rId305" Type="http://schemas.openxmlformats.org/officeDocument/2006/relationships/slideLayout" Target="../slideLayouts/slideLayout334.xml"/><Relationship Id="rId512" Type="http://schemas.openxmlformats.org/officeDocument/2006/relationships/slideLayout" Target="../slideLayouts/slideLayout541.xml"/><Relationship Id="rId86" Type="http://schemas.openxmlformats.org/officeDocument/2006/relationships/slideLayout" Target="../slideLayouts/slideLayout115.xml"/><Relationship Id="rId151" Type="http://schemas.openxmlformats.org/officeDocument/2006/relationships/slideLayout" Target="../slideLayouts/slideLayout180.xml"/><Relationship Id="rId389" Type="http://schemas.openxmlformats.org/officeDocument/2006/relationships/slideLayout" Target="../slideLayouts/slideLayout418.xml"/><Relationship Id="rId596" Type="http://schemas.openxmlformats.org/officeDocument/2006/relationships/slideLayout" Target="../slideLayouts/slideLayout625.xml"/><Relationship Id="rId817" Type="http://schemas.openxmlformats.org/officeDocument/2006/relationships/slideLayout" Target="../slideLayouts/slideLayout846.xml"/><Relationship Id="rId249" Type="http://schemas.openxmlformats.org/officeDocument/2006/relationships/slideLayout" Target="../slideLayouts/slideLayout278.xml"/><Relationship Id="rId456" Type="http://schemas.openxmlformats.org/officeDocument/2006/relationships/slideLayout" Target="../slideLayouts/slideLayout485.xml"/><Relationship Id="rId663" Type="http://schemas.openxmlformats.org/officeDocument/2006/relationships/slideLayout" Target="../slideLayouts/slideLayout692.xml"/><Relationship Id="rId870" Type="http://schemas.openxmlformats.org/officeDocument/2006/relationships/slideLayout" Target="../slideLayouts/slideLayout899.xml"/><Relationship Id="rId13" Type="http://schemas.openxmlformats.org/officeDocument/2006/relationships/slideLayout" Target="../slideLayouts/slideLayout42.xml"/><Relationship Id="rId109" Type="http://schemas.openxmlformats.org/officeDocument/2006/relationships/slideLayout" Target="../slideLayouts/slideLayout138.xml"/><Relationship Id="rId316" Type="http://schemas.openxmlformats.org/officeDocument/2006/relationships/slideLayout" Target="../slideLayouts/slideLayout345.xml"/><Relationship Id="rId523" Type="http://schemas.openxmlformats.org/officeDocument/2006/relationships/slideLayout" Target="../slideLayouts/slideLayout552.xml"/><Relationship Id="rId97" Type="http://schemas.openxmlformats.org/officeDocument/2006/relationships/slideLayout" Target="../slideLayouts/slideLayout126.xml"/><Relationship Id="rId730" Type="http://schemas.openxmlformats.org/officeDocument/2006/relationships/slideLayout" Target="../slideLayouts/slideLayout759.xml"/><Relationship Id="rId828" Type="http://schemas.openxmlformats.org/officeDocument/2006/relationships/slideLayout" Target="../slideLayouts/slideLayout857.xml"/><Relationship Id="rId162" Type="http://schemas.openxmlformats.org/officeDocument/2006/relationships/slideLayout" Target="../slideLayouts/slideLayout191.xml"/><Relationship Id="rId467" Type="http://schemas.openxmlformats.org/officeDocument/2006/relationships/slideLayout" Target="../slideLayouts/slideLayout496.xml"/><Relationship Id="rId674" Type="http://schemas.openxmlformats.org/officeDocument/2006/relationships/slideLayout" Target="../slideLayouts/slideLayout703.xml"/><Relationship Id="rId24" Type="http://schemas.openxmlformats.org/officeDocument/2006/relationships/slideLayout" Target="../slideLayouts/slideLayout53.xml"/><Relationship Id="rId327" Type="http://schemas.openxmlformats.org/officeDocument/2006/relationships/slideLayout" Target="../slideLayouts/slideLayout356.xml"/><Relationship Id="rId534" Type="http://schemas.openxmlformats.org/officeDocument/2006/relationships/slideLayout" Target="../slideLayouts/slideLayout563.xml"/><Relationship Id="rId741" Type="http://schemas.openxmlformats.org/officeDocument/2006/relationships/slideLayout" Target="../slideLayouts/slideLayout770.xml"/><Relationship Id="rId839" Type="http://schemas.openxmlformats.org/officeDocument/2006/relationships/slideLayout" Target="../slideLayouts/slideLayout868.xml"/><Relationship Id="rId173" Type="http://schemas.openxmlformats.org/officeDocument/2006/relationships/slideLayout" Target="../slideLayouts/slideLayout202.xml"/><Relationship Id="rId380" Type="http://schemas.openxmlformats.org/officeDocument/2006/relationships/slideLayout" Target="../slideLayouts/slideLayout409.xml"/><Relationship Id="rId601" Type="http://schemas.openxmlformats.org/officeDocument/2006/relationships/slideLayout" Target="../slideLayouts/slideLayout630.xml"/><Relationship Id="rId240" Type="http://schemas.openxmlformats.org/officeDocument/2006/relationships/slideLayout" Target="../slideLayouts/slideLayout269.xml"/><Relationship Id="rId478" Type="http://schemas.openxmlformats.org/officeDocument/2006/relationships/slideLayout" Target="../slideLayouts/slideLayout507.xml"/><Relationship Id="rId685" Type="http://schemas.openxmlformats.org/officeDocument/2006/relationships/slideLayout" Target="../slideLayouts/slideLayout714.xml"/><Relationship Id="rId35" Type="http://schemas.openxmlformats.org/officeDocument/2006/relationships/slideLayout" Target="../slideLayouts/slideLayout64.xml"/><Relationship Id="rId100" Type="http://schemas.openxmlformats.org/officeDocument/2006/relationships/slideLayout" Target="../slideLayouts/slideLayout129.xml"/><Relationship Id="rId338" Type="http://schemas.openxmlformats.org/officeDocument/2006/relationships/slideLayout" Target="../slideLayouts/slideLayout367.xml"/><Relationship Id="rId545" Type="http://schemas.openxmlformats.org/officeDocument/2006/relationships/slideLayout" Target="../slideLayouts/slideLayout574.xml"/><Relationship Id="rId752" Type="http://schemas.openxmlformats.org/officeDocument/2006/relationships/slideLayout" Target="../slideLayouts/slideLayout781.xml"/><Relationship Id="rId184" Type="http://schemas.openxmlformats.org/officeDocument/2006/relationships/slideLayout" Target="../slideLayouts/slideLayout213.xml"/><Relationship Id="rId391" Type="http://schemas.openxmlformats.org/officeDocument/2006/relationships/slideLayout" Target="../slideLayouts/slideLayout420.xml"/><Relationship Id="rId405" Type="http://schemas.openxmlformats.org/officeDocument/2006/relationships/slideLayout" Target="../slideLayouts/slideLayout434.xml"/><Relationship Id="rId612" Type="http://schemas.openxmlformats.org/officeDocument/2006/relationships/slideLayout" Target="../slideLayouts/slideLayout641.xml"/><Relationship Id="rId251" Type="http://schemas.openxmlformats.org/officeDocument/2006/relationships/slideLayout" Target="../slideLayouts/slideLayout280.xml"/><Relationship Id="rId489" Type="http://schemas.openxmlformats.org/officeDocument/2006/relationships/slideLayout" Target="../slideLayouts/slideLayout518.xml"/><Relationship Id="rId696" Type="http://schemas.openxmlformats.org/officeDocument/2006/relationships/slideLayout" Target="../slideLayouts/slideLayout725.xml"/><Relationship Id="rId46" Type="http://schemas.openxmlformats.org/officeDocument/2006/relationships/slideLayout" Target="../slideLayouts/slideLayout75.xml"/><Relationship Id="rId349" Type="http://schemas.openxmlformats.org/officeDocument/2006/relationships/slideLayout" Target="../slideLayouts/slideLayout378.xml"/><Relationship Id="rId556" Type="http://schemas.openxmlformats.org/officeDocument/2006/relationships/slideLayout" Target="../slideLayouts/slideLayout585.xml"/><Relationship Id="rId763" Type="http://schemas.openxmlformats.org/officeDocument/2006/relationships/slideLayout" Target="../slideLayouts/slideLayout792.xml"/><Relationship Id="rId88" Type="http://schemas.openxmlformats.org/officeDocument/2006/relationships/slideLayout" Target="../slideLayouts/slideLayout117.xml"/><Relationship Id="rId111" Type="http://schemas.openxmlformats.org/officeDocument/2006/relationships/slideLayout" Target="../slideLayouts/slideLayout140.xml"/><Relationship Id="rId153" Type="http://schemas.openxmlformats.org/officeDocument/2006/relationships/slideLayout" Target="../slideLayouts/slideLayout182.xml"/><Relationship Id="rId195" Type="http://schemas.openxmlformats.org/officeDocument/2006/relationships/slideLayout" Target="../slideLayouts/slideLayout224.xml"/><Relationship Id="rId209" Type="http://schemas.openxmlformats.org/officeDocument/2006/relationships/slideLayout" Target="../slideLayouts/slideLayout238.xml"/><Relationship Id="rId360" Type="http://schemas.openxmlformats.org/officeDocument/2006/relationships/slideLayout" Target="../slideLayouts/slideLayout389.xml"/><Relationship Id="rId416" Type="http://schemas.openxmlformats.org/officeDocument/2006/relationships/slideLayout" Target="../slideLayouts/slideLayout445.xml"/><Relationship Id="rId598" Type="http://schemas.openxmlformats.org/officeDocument/2006/relationships/slideLayout" Target="../slideLayouts/slideLayout627.xml"/><Relationship Id="rId819" Type="http://schemas.openxmlformats.org/officeDocument/2006/relationships/slideLayout" Target="../slideLayouts/slideLayout848.xml"/><Relationship Id="rId220" Type="http://schemas.openxmlformats.org/officeDocument/2006/relationships/slideLayout" Target="../slideLayouts/slideLayout249.xml"/><Relationship Id="rId458" Type="http://schemas.openxmlformats.org/officeDocument/2006/relationships/slideLayout" Target="../slideLayouts/slideLayout487.xml"/><Relationship Id="rId623" Type="http://schemas.openxmlformats.org/officeDocument/2006/relationships/slideLayout" Target="../slideLayouts/slideLayout652.xml"/><Relationship Id="rId665" Type="http://schemas.openxmlformats.org/officeDocument/2006/relationships/slideLayout" Target="../slideLayouts/slideLayout694.xml"/><Relationship Id="rId830" Type="http://schemas.openxmlformats.org/officeDocument/2006/relationships/slideLayout" Target="../slideLayouts/slideLayout859.xml"/><Relationship Id="rId872" Type="http://schemas.openxmlformats.org/officeDocument/2006/relationships/slideLayout" Target="../slideLayouts/slideLayout901.xml"/><Relationship Id="rId15" Type="http://schemas.openxmlformats.org/officeDocument/2006/relationships/slideLayout" Target="../slideLayouts/slideLayout44.xml"/><Relationship Id="rId57" Type="http://schemas.openxmlformats.org/officeDocument/2006/relationships/slideLayout" Target="../slideLayouts/slideLayout86.xml"/><Relationship Id="rId262" Type="http://schemas.openxmlformats.org/officeDocument/2006/relationships/slideLayout" Target="../slideLayouts/slideLayout291.xml"/><Relationship Id="rId318" Type="http://schemas.openxmlformats.org/officeDocument/2006/relationships/slideLayout" Target="../slideLayouts/slideLayout347.xml"/><Relationship Id="rId525" Type="http://schemas.openxmlformats.org/officeDocument/2006/relationships/slideLayout" Target="../slideLayouts/slideLayout554.xml"/><Relationship Id="rId567" Type="http://schemas.openxmlformats.org/officeDocument/2006/relationships/slideLayout" Target="../slideLayouts/slideLayout596.xml"/><Relationship Id="rId732" Type="http://schemas.openxmlformats.org/officeDocument/2006/relationships/slideLayout" Target="../slideLayouts/slideLayout761.xml"/><Relationship Id="rId99" Type="http://schemas.openxmlformats.org/officeDocument/2006/relationships/slideLayout" Target="../slideLayouts/slideLayout128.xml"/><Relationship Id="rId122" Type="http://schemas.openxmlformats.org/officeDocument/2006/relationships/slideLayout" Target="../slideLayouts/slideLayout151.xml"/><Relationship Id="rId164" Type="http://schemas.openxmlformats.org/officeDocument/2006/relationships/slideLayout" Target="../slideLayouts/slideLayout193.xml"/><Relationship Id="rId371" Type="http://schemas.openxmlformats.org/officeDocument/2006/relationships/slideLayout" Target="../slideLayouts/slideLayout400.xml"/><Relationship Id="rId774" Type="http://schemas.openxmlformats.org/officeDocument/2006/relationships/slideLayout" Target="../slideLayouts/slideLayout803.xml"/><Relationship Id="rId427" Type="http://schemas.openxmlformats.org/officeDocument/2006/relationships/slideLayout" Target="../slideLayouts/slideLayout456.xml"/><Relationship Id="rId469" Type="http://schemas.openxmlformats.org/officeDocument/2006/relationships/slideLayout" Target="../slideLayouts/slideLayout498.xml"/><Relationship Id="rId634" Type="http://schemas.openxmlformats.org/officeDocument/2006/relationships/slideLayout" Target="../slideLayouts/slideLayout663.xml"/><Relationship Id="rId676" Type="http://schemas.openxmlformats.org/officeDocument/2006/relationships/slideLayout" Target="../slideLayouts/slideLayout705.xml"/><Relationship Id="rId841" Type="http://schemas.openxmlformats.org/officeDocument/2006/relationships/slideLayout" Target="../slideLayouts/slideLayout870.xml"/><Relationship Id="rId26" Type="http://schemas.openxmlformats.org/officeDocument/2006/relationships/slideLayout" Target="../slideLayouts/slideLayout55.xml"/><Relationship Id="rId231" Type="http://schemas.openxmlformats.org/officeDocument/2006/relationships/slideLayout" Target="../slideLayouts/slideLayout260.xml"/><Relationship Id="rId273" Type="http://schemas.openxmlformats.org/officeDocument/2006/relationships/slideLayout" Target="../slideLayouts/slideLayout302.xml"/><Relationship Id="rId329" Type="http://schemas.openxmlformats.org/officeDocument/2006/relationships/slideLayout" Target="../slideLayouts/slideLayout358.xml"/><Relationship Id="rId480" Type="http://schemas.openxmlformats.org/officeDocument/2006/relationships/slideLayout" Target="../slideLayouts/slideLayout509.xml"/><Relationship Id="rId536" Type="http://schemas.openxmlformats.org/officeDocument/2006/relationships/slideLayout" Target="../slideLayouts/slideLayout565.xml"/><Relationship Id="rId701" Type="http://schemas.openxmlformats.org/officeDocument/2006/relationships/slideLayout" Target="../slideLayouts/slideLayout730.xml"/><Relationship Id="rId68" Type="http://schemas.openxmlformats.org/officeDocument/2006/relationships/slideLayout" Target="../slideLayouts/slideLayout97.xml"/><Relationship Id="rId133" Type="http://schemas.openxmlformats.org/officeDocument/2006/relationships/slideLayout" Target="../slideLayouts/slideLayout162.xml"/><Relationship Id="rId175" Type="http://schemas.openxmlformats.org/officeDocument/2006/relationships/slideLayout" Target="../slideLayouts/slideLayout204.xml"/><Relationship Id="rId340" Type="http://schemas.openxmlformats.org/officeDocument/2006/relationships/slideLayout" Target="../slideLayouts/slideLayout369.xml"/><Relationship Id="rId578" Type="http://schemas.openxmlformats.org/officeDocument/2006/relationships/slideLayout" Target="../slideLayouts/slideLayout607.xml"/><Relationship Id="rId743" Type="http://schemas.openxmlformats.org/officeDocument/2006/relationships/slideLayout" Target="../slideLayouts/slideLayout772.xml"/><Relationship Id="rId785" Type="http://schemas.openxmlformats.org/officeDocument/2006/relationships/slideLayout" Target="../slideLayouts/slideLayout814.xml"/><Relationship Id="rId200" Type="http://schemas.openxmlformats.org/officeDocument/2006/relationships/slideLayout" Target="../slideLayouts/slideLayout229.xml"/><Relationship Id="rId382" Type="http://schemas.openxmlformats.org/officeDocument/2006/relationships/slideLayout" Target="../slideLayouts/slideLayout411.xml"/><Relationship Id="rId438" Type="http://schemas.openxmlformats.org/officeDocument/2006/relationships/slideLayout" Target="../slideLayouts/slideLayout467.xml"/><Relationship Id="rId603" Type="http://schemas.openxmlformats.org/officeDocument/2006/relationships/slideLayout" Target="../slideLayouts/slideLayout632.xml"/><Relationship Id="rId645" Type="http://schemas.openxmlformats.org/officeDocument/2006/relationships/slideLayout" Target="../slideLayouts/slideLayout674.xml"/><Relationship Id="rId687" Type="http://schemas.openxmlformats.org/officeDocument/2006/relationships/slideLayout" Target="../slideLayouts/slideLayout716.xml"/><Relationship Id="rId810" Type="http://schemas.openxmlformats.org/officeDocument/2006/relationships/slideLayout" Target="../slideLayouts/slideLayout839.xml"/><Relationship Id="rId852" Type="http://schemas.openxmlformats.org/officeDocument/2006/relationships/slideLayout" Target="../slideLayouts/slideLayout881.xml"/><Relationship Id="rId242" Type="http://schemas.openxmlformats.org/officeDocument/2006/relationships/slideLayout" Target="../slideLayouts/slideLayout271.xml"/><Relationship Id="rId284" Type="http://schemas.openxmlformats.org/officeDocument/2006/relationships/slideLayout" Target="../slideLayouts/slideLayout313.xml"/><Relationship Id="rId491" Type="http://schemas.openxmlformats.org/officeDocument/2006/relationships/slideLayout" Target="../slideLayouts/slideLayout520.xml"/><Relationship Id="rId505" Type="http://schemas.openxmlformats.org/officeDocument/2006/relationships/slideLayout" Target="../slideLayouts/slideLayout534.xml"/><Relationship Id="rId712" Type="http://schemas.openxmlformats.org/officeDocument/2006/relationships/slideLayout" Target="../slideLayouts/slideLayout741.xml"/><Relationship Id="rId37" Type="http://schemas.openxmlformats.org/officeDocument/2006/relationships/slideLayout" Target="../slideLayouts/slideLayout66.xml"/><Relationship Id="rId79" Type="http://schemas.openxmlformats.org/officeDocument/2006/relationships/slideLayout" Target="../slideLayouts/slideLayout108.xml"/><Relationship Id="rId102" Type="http://schemas.openxmlformats.org/officeDocument/2006/relationships/slideLayout" Target="../slideLayouts/slideLayout131.xml"/><Relationship Id="rId144" Type="http://schemas.openxmlformats.org/officeDocument/2006/relationships/slideLayout" Target="../slideLayouts/slideLayout173.xml"/><Relationship Id="rId547" Type="http://schemas.openxmlformats.org/officeDocument/2006/relationships/slideLayout" Target="../slideLayouts/slideLayout576.xml"/><Relationship Id="rId589" Type="http://schemas.openxmlformats.org/officeDocument/2006/relationships/slideLayout" Target="../slideLayouts/slideLayout618.xml"/><Relationship Id="rId754" Type="http://schemas.openxmlformats.org/officeDocument/2006/relationships/slideLayout" Target="../slideLayouts/slideLayout783.xml"/><Relationship Id="rId796" Type="http://schemas.openxmlformats.org/officeDocument/2006/relationships/slideLayout" Target="../slideLayouts/slideLayout825.xml"/><Relationship Id="rId90" Type="http://schemas.openxmlformats.org/officeDocument/2006/relationships/slideLayout" Target="../slideLayouts/slideLayout119.xml"/><Relationship Id="rId186" Type="http://schemas.openxmlformats.org/officeDocument/2006/relationships/slideLayout" Target="../slideLayouts/slideLayout215.xml"/><Relationship Id="rId351" Type="http://schemas.openxmlformats.org/officeDocument/2006/relationships/slideLayout" Target="../slideLayouts/slideLayout380.xml"/><Relationship Id="rId393" Type="http://schemas.openxmlformats.org/officeDocument/2006/relationships/slideLayout" Target="../slideLayouts/slideLayout422.xml"/><Relationship Id="rId407" Type="http://schemas.openxmlformats.org/officeDocument/2006/relationships/slideLayout" Target="../slideLayouts/slideLayout436.xml"/><Relationship Id="rId449" Type="http://schemas.openxmlformats.org/officeDocument/2006/relationships/slideLayout" Target="../slideLayouts/slideLayout478.xml"/><Relationship Id="rId614" Type="http://schemas.openxmlformats.org/officeDocument/2006/relationships/slideLayout" Target="../slideLayouts/slideLayout643.xml"/><Relationship Id="rId656" Type="http://schemas.openxmlformats.org/officeDocument/2006/relationships/slideLayout" Target="../slideLayouts/slideLayout685.xml"/><Relationship Id="rId821" Type="http://schemas.openxmlformats.org/officeDocument/2006/relationships/slideLayout" Target="../slideLayouts/slideLayout850.xml"/><Relationship Id="rId863" Type="http://schemas.openxmlformats.org/officeDocument/2006/relationships/slideLayout" Target="../slideLayouts/slideLayout892.xml"/><Relationship Id="rId211" Type="http://schemas.openxmlformats.org/officeDocument/2006/relationships/slideLayout" Target="../slideLayouts/slideLayout240.xml"/><Relationship Id="rId253" Type="http://schemas.openxmlformats.org/officeDocument/2006/relationships/slideLayout" Target="../slideLayouts/slideLayout282.xml"/><Relationship Id="rId295" Type="http://schemas.openxmlformats.org/officeDocument/2006/relationships/slideLayout" Target="../slideLayouts/slideLayout324.xml"/><Relationship Id="rId309" Type="http://schemas.openxmlformats.org/officeDocument/2006/relationships/slideLayout" Target="../slideLayouts/slideLayout338.xml"/><Relationship Id="rId460" Type="http://schemas.openxmlformats.org/officeDocument/2006/relationships/slideLayout" Target="../slideLayouts/slideLayout489.xml"/><Relationship Id="rId516" Type="http://schemas.openxmlformats.org/officeDocument/2006/relationships/slideLayout" Target="../slideLayouts/slideLayout545.xml"/><Relationship Id="rId698" Type="http://schemas.openxmlformats.org/officeDocument/2006/relationships/slideLayout" Target="../slideLayouts/slideLayout727.xml"/><Relationship Id="rId48" Type="http://schemas.openxmlformats.org/officeDocument/2006/relationships/slideLayout" Target="../slideLayouts/slideLayout77.xml"/><Relationship Id="rId113" Type="http://schemas.openxmlformats.org/officeDocument/2006/relationships/slideLayout" Target="../slideLayouts/slideLayout142.xml"/><Relationship Id="rId320" Type="http://schemas.openxmlformats.org/officeDocument/2006/relationships/slideLayout" Target="../slideLayouts/slideLayout349.xml"/><Relationship Id="rId558" Type="http://schemas.openxmlformats.org/officeDocument/2006/relationships/slideLayout" Target="../slideLayouts/slideLayout587.xml"/><Relationship Id="rId723" Type="http://schemas.openxmlformats.org/officeDocument/2006/relationships/slideLayout" Target="../slideLayouts/slideLayout752.xml"/><Relationship Id="rId765" Type="http://schemas.openxmlformats.org/officeDocument/2006/relationships/slideLayout" Target="../slideLayouts/slideLayout794.xml"/><Relationship Id="rId155" Type="http://schemas.openxmlformats.org/officeDocument/2006/relationships/slideLayout" Target="../slideLayouts/slideLayout184.xml"/><Relationship Id="rId197" Type="http://schemas.openxmlformats.org/officeDocument/2006/relationships/slideLayout" Target="../slideLayouts/slideLayout226.xml"/><Relationship Id="rId362" Type="http://schemas.openxmlformats.org/officeDocument/2006/relationships/slideLayout" Target="../slideLayouts/slideLayout391.xml"/><Relationship Id="rId418" Type="http://schemas.openxmlformats.org/officeDocument/2006/relationships/slideLayout" Target="../slideLayouts/slideLayout447.xml"/><Relationship Id="rId625" Type="http://schemas.openxmlformats.org/officeDocument/2006/relationships/slideLayout" Target="../slideLayouts/slideLayout654.xml"/><Relationship Id="rId832" Type="http://schemas.openxmlformats.org/officeDocument/2006/relationships/slideLayout" Target="../slideLayouts/slideLayout861.xml"/><Relationship Id="rId222" Type="http://schemas.openxmlformats.org/officeDocument/2006/relationships/slideLayout" Target="../slideLayouts/slideLayout251.xml"/><Relationship Id="rId264" Type="http://schemas.openxmlformats.org/officeDocument/2006/relationships/slideLayout" Target="../slideLayouts/slideLayout293.xml"/><Relationship Id="rId471" Type="http://schemas.openxmlformats.org/officeDocument/2006/relationships/slideLayout" Target="../slideLayouts/slideLayout500.xml"/><Relationship Id="rId667" Type="http://schemas.openxmlformats.org/officeDocument/2006/relationships/slideLayout" Target="../slideLayouts/slideLayout696.xml"/><Relationship Id="rId17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88.xml"/><Relationship Id="rId124" Type="http://schemas.openxmlformats.org/officeDocument/2006/relationships/slideLayout" Target="../slideLayouts/slideLayout153.xml"/><Relationship Id="rId527" Type="http://schemas.openxmlformats.org/officeDocument/2006/relationships/slideLayout" Target="../slideLayouts/slideLayout556.xml"/><Relationship Id="rId569" Type="http://schemas.openxmlformats.org/officeDocument/2006/relationships/slideLayout" Target="../slideLayouts/slideLayout598.xml"/><Relationship Id="rId734" Type="http://schemas.openxmlformats.org/officeDocument/2006/relationships/slideLayout" Target="../slideLayouts/slideLayout763.xml"/><Relationship Id="rId776" Type="http://schemas.openxmlformats.org/officeDocument/2006/relationships/slideLayout" Target="../slideLayouts/slideLayout805.xml"/><Relationship Id="rId70" Type="http://schemas.openxmlformats.org/officeDocument/2006/relationships/slideLayout" Target="../slideLayouts/slideLayout99.xml"/><Relationship Id="rId166" Type="http://schemas.openxmlformats.org/officeDocument/2006/relationships/slideLayout" Target="../slideLayouts/slideLayout195.xml"/><Relationship Id="rId331" Type="http://schemas.openxmlformats.org/officeDocument/2006/relationships/slideLayout" Target="../slideLayouts/slideLayout360.xml"/><Relationship Id="rId373" Type="http://schemas.openxmlformats.org/officeDocument/2006/relationships/slideLayout" Target="../slideLayouts/slideLayout402.xml"/><Relationship Id="rId429" Type="http://schemas.openxmlformats.org/officeDocument/2006/relationships/slideLayout" Target="../slideLayouts/slideLayout458.xml"/><Relationship Id="rId580" Type="http://schemas.openxmlformats.org/officeDocument/2006/relationships/slideLayout" Target="../slideLayouts/slideLayout609.xml"/><Relationship Id="rId636" Type="http://schemas.openxmlformats.org/officeDocument/2006/relationships/slideLayout" Target="../slideLayouts/slideLayout665.xml"/><Relationship Id="rId801" Type="http://schemas.openxmlformats.org/officeDocument/2006/relationships/slideLayout" Target="../slideLayouts/slideLayout830.xml"/><Relationship Id="rId1" Type="http://schemas.openxmlformats.org/officeDocument/2006/relationships/slideLayout" Target="../slideLayouts/slideLayout30.xml"/><Relationship Id="rId233" Type="http://schemas.openxmlformats.org/officeDocument/2006/relationships/slideLayout" Target="../slideLayouts/slideLayout262.xml"/><Relationship Id="rId440" Type="http://schemas.openxmlformats.org/officeDocument/2006/relationships/slideLayout" Target="../slideLayouts/slideLayout469.xml"/><Relationship Id="rId678" Type="http://schemas.openxmlformats.org/officeDocument/2006/relationships/slideLayout" Target="../slideLayouts/slideLayout707.xml"/><Relationship Id="rId843" Type="http://schemas.openxmlformats.org/officeDocument/2006/relationships/slideLayout" Target="../slideLayouts/slideLayout872.xml"/><Relationship Id="rId28" Type="http://schemas.openxmlformats.org/officeDocument/2006/relationships/slideLayout" Target="../slideLayouts/slideLayout57.xml"/><Relationship Id="rId275" Type="http://schemas.openxmlformats.org/officeDocument/2006/relationships/slideLayout" Target="../slideLayouts/slideLayout304.xml"/><Relationship Id="rId300" Type="http://schemas.openxmlformats.org/officeDocument/2006/relationships/slideLayout" Target="../slideLayouts/slideLayout329.xml"/><Relationship Id="rId482" Type="http://schemas.openxmlformats.org/officeDocument/2006/relationships/slideLayout" Target="../slideLayouts/slideLayout511.xml"/><Relationship Id="rId538" Type="http://schemas.openxmlformats.org/officeDocument/2006/relationships/slideLayout" Target="../slideLayouts/slideLayout567.xml"/><Relationship Id="rId703" Type="http://schemas.openxmlformats.org/officeDocument/2006/relationships/slideLayout" Target="../slideLayouts/slideLayout732.xml"/><Relationship Id="rId745" Type="http://schemas.openxmlformats.org/officeDocument/2006/relationships/slideLayout" Target="../slideLayouts/slideLayout774.xml"/><Relationship Id="rId81" Type="http://schemas.openxmlformats.org/officeDocument/2006/relationships/slideLayout" Target="../slideLayouts/slideLayout110.xml"/><Relationship Id="rId135" Type="http://schemas.openxmlformats.org/officeDocument/2006/relationships/slideLayout" Target="../slideLayouts/slideLayout164.xml"/><Relationship Id="rId177" Type="http://schemas.openxmlformats.org/officeDocument/2006/relationships/slideLayout" Target="../slideLayouts/slideLayout206.xml"/><Relationship Id="rId342" Type="http://schemas.openxmlformats.org/officeDocument/2006/relationships/slideLayout" Target="../slideLayouts/slideLayout371.xml"/><Relationship Id="rId384" Type="http://schemas.openxmlformats.org/officeDocument/2006/relationships/slideLayout" Target="../slideLayouts/slideLayout413.xml"/><Relationship Id="rId591" Type="http://schemas.openxmlformats.org/officeDocument/2006/relationships/slideLayout" Target="../slideLayouts/slideLayout620.xml"/><Relationship Id="rId605" Type="http://schemas.openxmlformats.org/officeDocument/2006/relationships/slideLayout" Target="../slideLayouts/slideLayout634.xml"/><Relationship Id="rId787" Type="http://schemas.openxmlformats.org/officeDocument/2006/relationships/slideLayout" Target="../slideLayouts/slideLayout816.xml"/><Relationship Id="rId812" Type="http://schemas.openxmlformats.org/officeDocument/2006/relationships/slideLayout" Target="../slideLayouts/slideLayout841.xml"/><Relationship Id="rId202" Type="http://schemas.openxmlformats.org/officeDocument/2006/relationships/slideLayout" Target="../slideLayouts/slideLayout231.xml"/><Relationship Id="rId244" Type="http://schemas.openxmlformats.org/officeDocument/2006/relationships/slideLayout" Target="../slideLayouts/slideLayout273.xml"/><Relationship Id="rId647" Type="http://schemas.openxmlformats.org/officeDocument/2006/relationships/slideLayout" Target="../slideLayouts/slideLayout676.xml"/><Relationship Id="rId689" Type="http://schemas.openxmlformats.org/officeDocument/2006/relationships/slideLayout" Target="../slideLayouts/slideLayout718.xml"/><Relationship Id="rId854" Type="http://schemas.openxmlformats.org/officeDocument/2006/relationships/slideLayout" Target="../slideLayouts/slideLayout883.xml"/><Relationship Id="rId39" Type="http://schemas.openxmlformats.org/officeDocument/2006/relationships/slideLayout" Target="../slideLayouts/slideLayout68.xml"/><Relationship Id="rId286" Type="http://schemas.openxmlformats.org/officeDocument/2006/relationships/slideLayout" Target="../slideLayouts/slideLayout315.xml"/><Relationship Id="rId451" Type="http://schemas.openxmlformats.org/officeDocument/2006/relationships/slideLayout" Target="../slideLayouts/slideLayout480.xml"/><Relationship Id="rId493" Type="http://schemas.openxmlformats.org/officeDocument/2006/relationships/slideLayout" Target="../slideLayouts/slideLayout522.xml"/><Relationship Id="rId507" Type="http://schemas.openxmlformats.org/officeDocument/2006/relationships/slideLayout" Target="../slideLayouts/slideLayout536.xml"/><Relationship Id="rId549" Type="http://schemas.openxmlformats.org/officeDocument/2006/relationships/slideLayout" Target="../slideLayouts/slideLayout578.xml"/><Relationship Id="rId714" Type="http://schemas.openxmlformats.org/officeDocument/2006/relationships/slideLayout" Target="../slideLayouts/slideLayout743.xml"/><Relationship Id="rId756" Type="http://schemas.openxmlformats.org/officeDocument/2006/relationships/slideLayout" Target="../slideLayouts/slideLayout785.xml"/><Relationship Id="rId50" Type="http://schemas.openxmlformats.org/officeDocument/2006/relationships/slideLayout" Target="../slideLayouts/slideLayout79.xml"/><Relationship Id="rId104" Type="http://schemas.openxmlformats.org/officeDocument/2006/relationships/slideLayout" Target="../slideLayouts/slideLayout133.xml"/><Relationship Id="rId146" Type="http://schemas.openxmlformats.org/officeDocument/2006/relationships/slideLayout" Target="../slideLayouts/slideLayout175.xml"/><Relationship Id="rId188" Type="http://schemas.openxmlformats.org/officeDocument/2006/relationships/slideLayout" Target="../slideLayouts/slideLayout217.xml"/><Relationship Id="rId311" Type="http://schemas.openxmlformats.org/officeDocument/2006/relationships/slideLayout" Target="../slideLayouts/slideLayout340.xml"/><Relationship Id="rId353" Type="http://schemas.openxmlformats.org/officeDocument/2006/relationships/slideLayout" Target="../slideLayouts/slideLayout382.xml"/><Relationship Id="rId395" Type="http://schemas.openxmlformats.org/officeDocument/2006/relationships/slideLayout" Target="../slideLayouts/slideLayout424.xml"/><Relationship Id="rId409" Type="http://schemas.openxmlformats.org/officeDocument/2006/relationships/slideLayout" Target="../slideLayouts/slideLayout438.xml"/><Relationship Id="rId560" Type="http://schemas.openxmlformats.org/officeDocument/2006/relationships/slideLayout" Target="../slideLayouts/slideLayout589.xml"/><Relationship Id="rId798" Type="http://schemas.openxmlformats.org/officeDocument/2006/relationships/slideLayout" Target="../slideLayouts/slideLayout827.xml"/><Relationship Id="rId92" Type="http://schemas.openxmlformats.org/officeDocument/2006/relationships/slideLayout" Target="../slideLayouts/slideLayout121.xml"/><Relationship Id="rId213" Type="http://schemas.openxmlformats.org/officeDocument/2006/relationships/slideLayout" Target="../slideLayouts/slideLayout242.xml"/><Relationship Id="rId420" Type="http://schemas.openxmlformats.org/officeDocument/2006/relationships/slideLayout" Target="../slideLayouts/slideLayout449.xml"/><Relationship Id="rId616" Type="http://schemas.openxmlformats.org/officeDocument/2006/relationships/slideLayout" Target="../slideLayouts/slideLayout645.xml"/><Relationship Id="rId658" Type="http://schemas.openxmlformats.org/officeDocument/2006/relationships/slideLayout" Target="../slideLayouts/slideLayout687.xml"/><Relationship Id="rId823" Type="http://schemas.openxmlformats.org/officeDocument/2006/relationships/slideLayout" Target="../slideLayouts/slideLayout852.xml"/><Relationship Id="rId865" Type="http://schemas.openxmlformats.org/officeDocument/2006/relationships/slideLayout" Target="../slideLayouts/slideLayout894.xml"/><Relationship Id="rId255" Type="http://schemas.openxmlformats.org/officeDocument/2006/relationships/slideLayout" Target="../slideLayouts/slideLayout284.xml"/><Relationship Id="rId297" Type="http://schemas.openxmlformats.org/officeDocument/2006/relationships/slideLayout" Target="../slideLayouts/slideLayout326.xml"/><Relationship Id="rId462" Type="http://schemas.openxmlformats.org/officeDocument/2006/relationships/slideLayout" Target="../slideLayouts/slideLayout491.xml"/><Relationship Id="rId518" Type="http://schemas.openxmlformats.org/officeDocument/2006/relationships/slideLayout" Target="../slideLayouts/slideLayout547.xml"/><Relationship Id="rId725" Type="http://schemas.openxmlformats.org/officeDocument/2006/relationships/slideLayout" Target="../slideLayouts/slideLayout754.xml"/><Relationship Id="rId115" Type="http://schemas.openxmlformats.org/officeDocument/2006/relationships/slideLayout" Target="../slideLayouts/slideLayout144.xml"/><Relationship Id="rId157" Type="http://schemas.openxmlformats.org/officeDocument/2006/relationships/slideLayout" Target="../slideLayouts/slideLayout186.xml"/><Relationship Id="rId322" Type="http://schemas.openxmlformats.org/officeDocument/2006/relationships/slideLayout" Target="../slideLayouts/slideLayout351.xml"/><Relationship Id="rId364" Type="http://schemas.openxmlformats.org/officeDocument/2006/relationships/slideLayout" Target="../slideLayouts/slideLayout393.xml"/><Relationship Id="rId767" Type="http://schemas.openxmlformats.org/officeDocument/2006/relationships/slideLayout" Target="../slideLayouts/slideLayout796.xml"/><Relationship Id="rId61" Type="http://schemas.openxmlformats.org/officeDocument/2006/relationships/slideLayout" Target="../slideLayouts/slideLayout90.xml"/><Relationship Id="rId199" Type="http://schemas.openxmlformats.org/officeDocument/2006/relationships/slideLayout" Target="../slideLayouts/slideLayout228.xml"/><Relationship Id="rId571" Type="http://schemas.openxmlformats.org/officeDocument/2006/relationships/slideLayout" Target="../slideLayouts/slideLayout600.xml"/><Relationship Id="rId627" Type="http://schemas.openxmlformats.org/officeDocument/2006/relationships/slideLayout" Target="../slideLayouts/slideLayout656.xml"/><Relationship Id="rId669" Type="http://schemas.openxmlformats.org/officeDocument/2006/relationships/slideLayout" Target="../slideLayouts/slideLayout698.xml"/><Relationship Id="rId834" Type="http://schemas.openxmlformats.org/officeDocument/2006/relationships/slideLayout" Target="../slideLayouts/slideLayout863.xml"/><Relationship Id="rId19" Type="http://schemas.openxmlformats.org/officeDocument/2006/relationships/slideLayout" Target="../slideLayouts/slideLayout48.xml"/><Relationship Id="rId224" Type="http://schemas.openxmlformats.org/officeDocument/2006/relationships/slideLayout" Target="../slideLayouts/slideLayout253.xml"/><Relationship Id="rId266" Type="http://schemas.openxmlformats.org/officeDocument/2006/relationships/slideLayout" Target="../slideLayouts/slideLayout295.xml"/><Relationship Id="rId431" Type="http://schemas.openxmlformats.org/officeDocument/2006/relationships/slideLayout" Target="../slideLayouts/slideLayout460.xml"/><Relationship Id="rId473" Type="http://schemas.openxmlformats.org/officeDocument/2006/relationships/slideLayout" Target="../slideLayouts/slideLayout502.xml"/><Relationship Id="rId529" Type="http://schemas.openxmlformats.org/officeDocument/2006/relationships/slideLayout" Target="../slideLayouts/slideLayout558.xml"/><Relationship Id="rId680" Type="http://schemas.openxmlformats.org/officeDocument/2006/relationships/slideLayout" Target="../slideLayouts/slideLayout709.xml"/><Relationship Id="rId736" Type="http://schemas.openxmlformats.org/officeDocument/2006/relationships/slideLayout" Target="../slideLayouts/slideLayout765.xml"/><Relationship Id="rId30" Type="http://schemas.openxmlformats.org/officeDocument/2006/relationships/slideLayout" Target="../slideLayouts/slideLayout59.xml"/><Relationship Id="rId126" Type="http://schemas.openxmlformats.org/officeDocument/2006/relationships/slideLayout" Target="../slideLayouts/slideLayout155.xml"/><Relationship Id="rId168" Type="http://schemas.openxmlformats.org/officeDocument/2006/relationships/slideLayout" Target="../slideLayouts/slideLayout197.xml"/><Relationship Id="rId333" Type="http://schemas.openxmlformats.org/officeDocument/2006/relationships/slideLayout" Target="../slideLayouts/slideLayout362.xml"/><Relationship Id="rId540" Type="http://schemas.openxmlformats.org/officeDocument/2006/relationships/slideLayout" Target="../slideLayouts/slideLayout569.xml"/><Relationship Id="rId778" Type="http://schemas.openxmlformats.org/officeDocument/2006/relationships/slideLayout" Target="../slideLayouts/slideLayout807.xml"/><Relationship Id="rId72" Type="http://schemas.openxmlformats.org/officeDocument/2006/relationships/slideLayout" Target="../slideLayouts/slideLayout101.xml"/><Relationship Id="rId375" Type="http://schemas.openxmlformats.org/officeDocument/2006/relationships/slideLayout" Target="../slideLayouts/slideLayout404.xml"/><Relationship Id="rId582" Type="http://schemas.openxmlformats.org/officeDocument/2006/relationships/slideLayout" Target="../slideLayouts/slideLayout611.xml"/><Relationship Id="rId638" Type="http://schemas.openxmlformats.org/officeDocument/2006/relationships/slideLayout" Target="../slideLayouts/slideLayout667.xml"/><Relationship Id="rId803" Type="http://schemas.openxmlformats.org/officeDocument/2006/relationships/slideLayout" Target="../slideLayouts/slideLayout832.xml"/><Relationship Id="rId845" Type="http://schemas.openxmlformats.org/officeDocument/2006/relationships/slideLayout" Target="../slideLayouts/slideLayout874.xml"/><Relationship Id="rId3" Type="http://schemas.openxmlformats.org/officeDocument/2006/relationships/slideLayout" Target="../slideLayouts/slideLayout32.xml"/><Relationship Id="rId235" Type="http://schemas.openxmlformats.org/officeDocument/2006/relationships/slideLayout" Target="../slideLayouts/slideLayout264.xml"/><Relationship Id="rId277" Type="http://schemas.openxmlformats.org/officeDocument/2006/relationships/slideLayout" Target="../slideLayouts/slideLayout306.xml"/><Relationship Id="rId400" Type="http://schemas.openxmlformats.org/officeDocument/2006/relationships/slideLayout" Target="../slideLayouts/slideLayout429.xml"/><Relationship Id="rId442" Type="http://schemas.openxmlformats.org/officeDocument/2006/relationships/slideLayout" Target="../slideLayouts/slideLayout471.xml"/><Relationship Id="rId484" Type="http://schemas.openxmlformats.org/officeDocument/2006/relationships/slideLayout" Target="../slideLayouts/slideLayout513.xml"/><Relationship Id="rId705" Type="http://schemas.openxmlformats.org/officeDocument/2006/relationships/slideLayout" Target="../slideLayouts/slideLayout734.xml"/><Relationship Id="rId137" Type="http://schemas.openxmlformats.org/officeDocument/2006/relationships/slideLayout" Target="../slideLayouts/slideLayout166.xml"/><Relationship Id="rId302" Type="http://schemas.openxmlformats.org/officeDocument/2006/relationships/slideLayout" Target="../slideLayouts/slideLayout331.xml"/><Relationship Id="rId344" Type="http://schemas.openxmlformats.org/officeDocument/2006/relationships/slideLayout" Target="../slideLayouts/slideLayout373.xml"/><Relationship Id="rId691" Type="http://schemas.openxmlformats.org/officeDocument/2006/relationships/slideLayout" Target="../slideLayouts/slideLayout720.xml"/><Relationship Id="rId747" Type="http://schemas.openxmlformats.org/officeDocument/2006/relationships/slideLayout" Target="../slideLayouts/slideLayout776.xml"/><Relationship Id="rId789" Type="http://schemas.openxmlformats.org/officeDocument/2006/relationships/slideLayout" Target="../slideLayouts/slideLayout818.xml"/><Relationship Id="rId41" Type="http://schemas.openxmlformats.org/officeDocument/2006/relationships/slideLayout" Target="../slideLayouts/slideLayout70.xml"/><Relationship Id="rId83" Type="http://schemas.openxmlformats.org/officeDocument/2006/relationships/slideLayout" Target="../slideLayouts/slideLayout112.xml"/><Relationship Id="rId179" Type="http://schemas.openxmlformats.org/officeDocument/2006/relationships/slideLayout" Target="../slideLayouts/slideLayout208.xml"/><Relationship Id="rId386" Type="http://schemas.openxmlformats.org/officeDocument/2006/relationships/slideLayout" Target="../slideLayouts/slideLayout415.xml"/><Relationship Id="rId551" Type="http://schemas.openxmlformats.org/officeDocument/2006/relationships/slideLayout" Target="../slideLayouts/slideLayout580.xml"/><Relationship Id="rId593" Type="http://schemas.openxmlformats.org/officeDocument/2006/relationships/slideLayout" Target="../slideLayouts/slideLayout622.xml"/><Relationship Id="rId607" Type="http://schemas.openxmlformats.org/officeDocument/2006/relationships/slideLayout" Target="../slideLayouts/slideLayout636.xml"/><Relationship Id="rId649" Type="http://schemas.openxmlformats.org/officeDocument/2006/relationships/slideLayout" Target="../slideLayouts/slideLayout678.xml"/><Relationship Id="rId814" Type="http://schemas.openxmlformats.org/officeDocument/2006/relationships/slideLayout" Target="../slideLayouts/slideLayout843.xml"/><Relationship Id="rId856" Type="http://schemas.openxmlformats.org/officeDocument/2006/relationships/slideLayout" Target="../slideLayouts/slideLayout885.xml"/><Relationship Id="rId190" Type="http://schemas.openxmlformats.org/officeDocument/2006/relationships/slideLayout" Target="../slideLayouts/slideLayout219.xml"/><Relationship Id="rId204" Type="http://schemas.openxmlformats.org/officeDocument/2006/relationships/slideLayout" Target="../slideLayouts/slideLayout233.xml"/><Relationship Id="rId246" Type="http://schemas.openxmlformats.org/officeDocument/2006/relationships/slideLayout" Target="../slideLayouts/slideLayout275.xml"/><Relationship Id="rId288" Type="http://schemas.openxmlformats.org/officeDocument/2006/relationships/slideLayout" Target="../slideLayouts/slideLayout317.xml"/><Relationship Id="rId411" Type="http://schemas.openxmlformats.org/officeDocument/2006/relationships/slideLayout" Target="../slideLayouts/slideLayout440.xml"/><Relationship Id="rId453" Type="http://schemas.openxmlformats.org/officeDocument/2006/relationships/slideLayout" Target="../slideLayouts/slideLayout482.xml"/><Relationship Id="rId509" Type="http://schemas.openxmlformats.org/officeDocument/2006/relationships/slideLayout" Target="../slideLayouts/slideLayout538.xml"/><Relationship Id="rId660" Type="http://schemas.openxmlformats.org/officeDocument/2006/relationships/slideLayout" Target="../slideLayouts/slideLayout689.xml"/><Relationship Id="rId106" Type="http://schemas.openxmlformats.org/officeDocument/2006/relationships/slideLayout" Target="../slideLayouts/slideLayout135.xml"/><Relationship Id="rId313" Type="http://schemas.openxmlformats.org/officeDocument/2006/relationships/slideLayout" Target="../slideLayouts/slideLayout342.xml"/><Relationship Id="rId495" Type="http://schemas.openxmlformats.org/officeDocument/2006/relationships/slideLayout" Target="../slideLayouts/slideLayout524.xml"/><Relationship Id="rId716" Type="http://schemas.openxmlformats.org/officeDocument/2006/relationships/slideLayout" Target="../slideLayouts/slideLayout745.xml"/><Relationship Id="rId758" Type="http://schemas.openxmlformats.org/officeDocument/2006/relationships/slideLayout" Target="../slideLayouts/slideLayout787.xml"/><Relationship Id="rId10" Type="http://schemas.openxmlformats.org/officeDocument/2006/relationships/slideLayout" Target="../slideLayouts/slideLayout39.xml"/><Relationship Id="rId52" Type="http://schemas.openxmlformats.org/officeDocument/2006/relationships/slideLayout" Target="../slideLayouts/slideLayout81.xml"/><Relationship Id="rId94" Type="http://schemas.openxmlformats.org/officeDocument/2006/relationships/slideLayout" Target="../slideLayouts/slideLayout123.xml"/><Relationship Id="rId148" Type="http://schemas.openxmlformats.org/officeDocument/2006/relationships/slideLayout" Target="../slideLayouts/slideLayout177.xml"/><Relationship Id="rId355" Type="http://schemas.openxmlformats.org/officeDocument/2006/relationships/slideLayout" Target="../slideLayouts/slideLayout384.xml"/><Relationship Id="rId397" Type="http://schemas.openxmlformats.org/officeDocument/2006/relationships/slideLayout" Target="../slideLayouts/slideLayout426.xml"/><Relationship Id="rId520" Type="http://schemas.openxmlformats.org/officeDocument/2006/relationships/slideLayout" Target="../slideLayouts/slideLayout549.xml"/><Relationship Id="rId562" Type="http://schemas.openxmlformats.org/officeDocument/2006/relationships/slideLayout" Target="../slideLayouts/slideLayout591.xml"/><Relationship Id="rId618" Type="http://schemas.openxmlformats.org/officeDocument/2006/relationships/slideLayout" Target="../slideLayouts/slideLayout647.xml"/><Relationship Id="rId825" Type="http://schemas.openxmlformats.org/officeDocument/2006/relationships/slideLayout" Target="../slideLayouts/slideLayout854.xml"/><Relationship Id="rId215" Type="http://schemas.openxmlformats.org/officeDocument/2006/relationships/slideLayout" Target="../slideLayouts/slideLayout244.xml"/><Relationship Id="rId257" Type="http://schemas.openxmlformats.org/officeDocument/2006/relationships/slideLayout" Target="../slideLayouts/slideLayout286.xml"/><Relationship Id="rId422" Type="http://schemas.openxmlformats.org/officeDocument/2006/relationships/slideLayout" Target="../slideLayouts/slideLayout451.xml"/><Relationship Id="rId464" Type="http://schemas.openxmlformats.org/officeDocument/2006/relationships/slideLayout" Target="../slideLayouts/slideLayout493.xml"/><Relationship Id="rId867" Type="http://schemas.openxmlformats.org/officeDocument/2006/relationships/slideLayout" Target="../slideLayouts/slideLayout896.xml"/><Relationship Id="rId299" Type="http://schemas.openxmlformats.org/officeDocument/2006/relationships/slideLayout" Target="../slideLayouts/slideLayout328.xml"/><Relationship Id="rId727" Type="http://schemas.openxmlformats.org/officeDocument/2006/relationships/slideLayout" Target="../slideLayouts/slideLayout756.xml"/><Relationship Id="rId63" Type="http://schemas.openxmlformats.org/officeDocument/2006/relationships/slideLayout" Target="../slideLayouts/slideLayout92.xml"/><Relationship Id="rId159" Type="http://schemas.openxmlformats.org/officeDocument/2006/relationships/slideLayout" Target="../slideLayouts/slideLayout188.xml"/><Relationship Id="rId366" Type="http://schemas.openxmlformats.org/officeDocument/2006/relationships/slideLayout" Target="../slideLayouts/slideLayout395.xml"/><Relationship Id="rId573" Type="http://schemas.openxmlformats.org/officeDocument/2006/relationships/slideLayout" Target="../slideLayouts/slideLayout602.xml"/><Relationship Id="rId780" Type="http://schemas.openxmlformats.org/officeDocument/2006/relationships/slideLayout" Target="../slideLayouts/slideLayout809.xml"/><Relationship Id="rId226" Type="http://schemas.openxmlformats.org/officeDocument/2006/relationships/slideLayout" Target="../slideLayouts/slideLayout255.xml"/><Relationship Id="rId433" Type="http://schemas.openxmlformats.org/officeDocument/2006/relationships/slideLayout" Target="../slideLayouts/slideLayout462.xml"/><Relationship Id="rId640" Type="http://schemas.openxmlformats.org/officeDocument/2006/relationships/slideLayout" Target="../slideLayouts/slideLayout669.xml"/><Relationship Id="rId738" Type="http://schemas.openxmlformats.org/officeDocument/2006/relationships/slideLayout" Target="../slideLayouts/slideLayout767.xml"/><Relationship Id="rId74" Type="http://schemas.openxmlformats.org/officeDocument/2006/relationships/slideLayout" Target="../slideLayouts/slideLayout103.xml"/><Relationship Id="rId377" Type="http://schemas.openxmlformats.org/officeDocument/2006/relationships/slideLayout" Target="../slideLayouts/slideLayout406.xml"/><Relationship Id="rId500" Type="http://schemas.openxmlformats.org/officeDocument/2006/relationships/slideLayout" Target="../slideLayouts/slideLayout529.xml"/><Relationship Id="rId584" Type="http://schemas.openxmlformats.org/officeDocument/2006/relationships/slideLayout" Target="../slideLayouts/slideLayout613.xml"/><Relationship Id="rId805" Type="http://schemas.openxmlformats.org/officeDocument/2006/relationships/slideLayout" Target="../slideLayouts/slideLayout834.xml"/><Relationship Id="rId5" Type="http://schemas.openxmlformats.org/officeDocument/2006/relationships/slideLayout" Target="../slideLayouts/slideLayout34.xml"/><Relationship Id="rId237" Type="http://schemas.openxmlformats.org/officeDocument/2006/relationships/slideLayout" Target="../slideLayouts/slideLayout266.xml"/><Relationship Id="rId791" Type="http://schemas.openxmlformats.org/officeDocument/2006/relationships/slideLayout" Target="../slideLayouts/slideLayout820.xml"/><Relationship Id="rId444" Type="http://schemas.openxmlformats.org/officeDocument/2006/relationships/slideLayout" Target="../slideLayouts/slideLayout473.xml"/><Relationship Id="rId651" Type="http://schemas.openxmlformats.org/officeDocument/2006/relationships/slideLayout" Target="../slideLayouts/slideLayout680.xml"/><Relationship Id="rId749" Type="http://schemas.openxmlformats.org/officeDocument/2006/relationships/slideLayout" Target="../slideLayouts/slideLayout778.xml"/><Relationship Id="rId290" Type="http://schemas.openxmlformats.org/officeDocument/2006/relationships/slideLayout" Target="../slideLayouts/slideLayout319.xml"/><Relationship Id="rId304" Type="http://schemas.openxmlformats.org/officeDocument/2006/relationships/slideLayout" Target="../slideLayouts/slideLayout333.xml"/><Relationship Id="rId388" Type="http://schemas.openxmlformats.org/officeDocument/2006/relationships/slideLayout" Target="../slideLayouts/slideLayout417.xml"/><Relationship Id="rId511" Type="http://schemas.openxmlformats.org/officeDocument/2006/relationships/slideLayout" Target="../slideLayouts/slideLayout540.xml"/><Relationship Id="rId609" Type="http://schemas.openxmlformats.org/officeDocument/2006/relationships/slideLayout" Target="../slideLayouts/slideLayout638.xml"/><Relationship Id="rId85" Type="http://schemas.openxmlformats.org/officeDocument/2006/relationships/slideLayout" Target="../slideLayouts/slideLayout114.xml"/><Relationship Id="rId150" Type="http://schemas.openxmlformats.org/officeDocument/2006/relationships/slideLayout" Target="../slideLayouts/slideLayout179.xml"/><Relationship Id="rId595" Type="http://schemas.openxmlformats.org/officeDocument/2006/relationships/slideLayout" Target="../slideLayouts/slideLayout624.xml"/><Relationship Id="rId816" Type="http://schemas.openxmlformats.org/officeDocument/2006/relationships/slideLayout" Target="../slideLayouts/slideLayout845.xml"/><Relationship Id="rId248" Type="http://schemas.openxmlformats.org/officeDocument/2006/relationships/slideLayout" Target="../slideLayouts/slideLayout277.xml"/><Relationship Id="rId455" Type="http://schemas.openxmlformats.org/officeDocument/2006/relationships/slideLayout" Target="../slideLayouts/slideLayout484.xml"/><Relationship Id="rId662" Type="http://schemas.openxmlformats.org/officeDocument/2006/relationships/slideLayout" Target="../slideLayouts/slideLayout691.xml"/><Relationship Id="rId12" Type="http://schemas.openxmlformats.org/officeDocument/2006/relationships/slideLayout" Target="../slideLayouts/slideLayout41.xml"/><Relationship Id="rId108" Type="http://schemas.openxmlformats.org/officeDocument/2006/relationships/slideLayout" Target="../slideLayouts/slideLayout137.xml"/><Relationship Id="rId315" Type="http://schemas.openxmlformats.org/officeDocument/2006/relationships/slideLayout" Target="../slideLayouts/slideLayout344.xml"/><Relationship Id="rId522" Type="http://schemas.openxmlformats.org/officeDocument/2006/relationships/slideLayout" Target="../slideLayouts/slideLayout551.xml"/><Relationship Id="rId96" Type="http://schemas.openxmlformats.org/officeDocument/2006/relationships/slideLayout" Target="../slideLayouts/slideLayout125.xml"/><Relationship Id="rId161" Type="http://schemas.openxmlformats.org/officeDocument/2006/relationships/slideLayout" Target="../slideLayouts/slideLayout190.xml"/><Relationship Id="rId399" Type="http://schemas.openxmlformats.org/officeDocument/2006/relationships/slideLayout" Target="../slideLayouts/slideLayout428.xml"/><Relationship Id="rId827" Type="http://schemas.openxmlformats.org/officeDocument/2006/relationships/slideLayout" Target="../slideLayouts/slideLayout856.xml"/><Relationship Id="rId259" Type="http://schemas.openxmlformats.org/officeDocument/2006/relationships/slideLayout" Target="../slideLayouts/slideLayout288.xml"/><Relationship Id="rId466" Type="http://schemas.openxmlformats.org/officeDocument/2006/relationships/slideLayout" Target="../slideLayouts/slideLayout495.xml"/><Relationship Id="rId673" Type="http://schemas.openxmlformats.org/officeDocument/2006/relationships/slideLayout" Target="../slideLayouts/slideLayout702.xml"/><Relationship Id="rId23" Type="http://schemas.openxmlformats.org/officeDocument/2006/relationships/slideLayout" Target="../slideLayouts/slideLayout52.xml"/><Relationship Id="rId119" Type="http://schemas.openxmlformats.org/officeDocument/2006/relationships/slideLayout" Target="../slideLayouts/slideLayout148.xml"/><Relationship Id="rId326" Type="http://schemas.openxmlformats.org/officeDocument/2006/relationships/slideLayout" Target="../slideLayouts/slideLayout355.xml"/><Relationship Id="rId533" Type="http://schemas.openxmlformats.org/officeDocument/2006/relationships/slideLayout" Target="../slideLayouts/slideLayout562.xml"/><Relationship Id="rId740" Type="http://schemas.openxmlformats.org/officeDocument/2006/relationships/slideLayout" Target="../slideLayouts/slideLayout769.xml"/><Relationship Id="rId838" Type="http://schemas.openxmlformats.org/officeDocument/2006/relationships/slideLayout" Target="../slideLayouts/slideLayout867.xml"/><Relationship Id="rId172" Type="http://schemas.openxmlformats.org/officeDocument/2006/relationships/slideLayout" Target="../slideLayouts/slideLayout201.xml"/><Relationship Id="rId477" Type="http://schemas.openxmlformats.org/officeDocument/2006/relationships/slideLayout" Target="../slideLayouts/slideLayout506.xml"/><Relationship Id="rId600" Type="http://schemas.openxmlformats.org/officeDocument/2006/relationships/slideLayout" Target="../slideLayouts/slideLayout629.xml"/><Relationship Id="rId684" Type="http://schemas.openxmlformats.org/officeDocument/2006/relationships/slideLayout" Target="../slideLayouts/slideLayout713.xml"/><Relationship Id="rId337" Type="http://schemas.openxmlformats.org/officeDocument/2006/relationships/slideLayout" Target="../slideLayouts/slideLayout366.xml"/><Relationship Id="rId34" Type="http://schemas.openxmlformats.org/officeDocument/2006/relationships/slideLayout" Target="../slideLayouts/slideLayout63.xml"/><Relationship Id="rId544" Type="http://schemas.openxmlformats.org/officeDocument/2006/relationships/slideLayout" Target="../slideLayouts/slideLayout573.xml"/><Relationship Id="rId751" Type="http://schemas.openxmlformats.org/officeDocument/2006/relationships/slideLayout" Target="../slideLayouts/slideLayout780.xml"/><Relationship Id="rId849" Type="http://schemas.openxmlformats.org/officeDocument/2006/relationships/slideLayout" Target="../slideLayouts/slideLayout878.xml"/><Relationship Id="rId183" Type="http://schemas.openxmlformats.org/officeDocument/2006/relationships/slideLayout" Target="../slideLayouts/slideLayout212.xml"/><Relationship Id="rId390" Type="http://schemas.openxmlformats.org/officeDocument/2006/relationships/slideLayout" Target="../slideLayouts/slideLayout419.xml"/><Relationship Id="rId404" Type="http://schemas.openxmlformats.org/officeDocument/2006/relationships/slideLayout" Target="../slideLayouts/slideLayout433.xml"/><Relationship Id="rId611" Type="http://schemas.openxmlformats.org/officeDocument/2006/relationships/slideLayout" Target="../slideLayouts/slideLayout640.xml"/><Relationship Id="rId250" Type="http://schemas.openxmlformats.org/officeDocument/2006/relationships/slideLayout" Target="../slideLayouts/slideLayout279.xml"/><Relationship Id="rId488" Type="http://schemas.openxmlformats.org/officeDocument/2006/relationships/slideLayout" Target="../slideLayouts/slideLayout517.xml"/><Relationship Id="rId695" Type="http://schemas.openxmlformats.org/officeDocument/2006/relationships/slideLayout" Target="../slideLayouts/slideLayout724.xml"/><Relationship Id="rId709" Type="http://schemas.openxmlformats.org/officeDocument/2006/relationships/slideLayout" Target="../slideLayouts/slideLayout738.xml"/><Relationship Id="rId45" Type="http://schemas.openxmlformats.org/officeDocument/2006/relationships/slideLayout" Target="../slideLayouts/slideLayout74.xml"/><Relationship Id="rId110" Type="http://schemas.openxmlformats.org/officeDocument/2006/relationships/slideLayout" Target="../slideLayouts/slideLayout139.xml"/><Relationship Id="rId348" Type="http://schemas.openxmlformats.org/officeDocument/2006/relationships/slideLayout" Target="../slideLayouts/slideLayout377.xml"/><Relationship Id="rId555" Type="http://schemas.openxmlformats.org/officeDocument/2006/relationships/slideLayout" Target="../slideLayouts/slideLayout584.xml"/><Relationship Id="rId762" Type="http://schemas.openxmlformats.org/officeDocument/2006/relationships/slideLayout" Target="../slideLayouts/slideLayout791.xml"/><Relationship Id="rId194" Type="http://schemas.openxmlformats.org/officeDocument/2006/relationships/slideLayout" Target="../slideLayouts/slideLayout223.xml"/><Relationship Id="rId208" Type="http://schemas.openxmlformats.org/officeDocument/2006/relationships/slideLayout" Target="../slideLayouts/slideLayout237.xml"/><Relationship Id="rId415" Type="http://schemas.openxmlformats.org/officeDocument/2006/relationships/slideLayout" Target="../slideLayouts/slideLayout444.xml"/><Relationship Id="rId622" Type="http://schemas.openxmlformats.org/officeDocument/2006/relationships/slideLayout" Target="../slideLayouts/slideLayout651.xml"/><Relationship Id="rId261" Type="http://schemas.openxmlformats.org/officeDocument/2006/relationships/slideLayout" Target="../slideLayouts/slideLayout290.xml"/><Relationship Id="rId499" Type="http://schemas.openxmlformats.org/officeDocument/2006/relationships/slideLayout" Target="../slideLayouts/slideLayout528.xml"/><Relationship Id="rId56" Type="http://schemas.openxmlformats.org/officeDocument/2006/relationships/slideLayout" Target="../slideLayouts/slideLayout85.xml"/><Relationship Id="rId359" Type="http://schemas.openxmlformats.org/officeDocument/2006/relationships/slideLayout" Target="../slideLayouts/slideLayout388.xml"/><Relationship Id="rId566" Type="http://schemas.openxmlformats.org/officeDocument/2006/relationships/slideLayout" Target="../slideLayouts/slideLayout595.xml"/><Relationship Id="rId773" Type="http://schemas.openxmlformats.org/officeDocument/2006/relationships/slideLayout" Target="../slideLayouts/slideLayout802.xml"/><Relationship Id="rId121" Type="http://schemas.openxmlformats.org/officeDocument/2006/relationships/slideLayout" Target="../slideLayouts/slideLayout150.xml"/><Relationship Id="rId219" Type="http://schemas.openxmlformats.org/officeDocument/2006/relationships/slideLayout" Target="../slideLayouts/slideLayout248.xml"/><Relationship Id="rId426" Type="http://schemas.openxmlformats.org/officeDocument/2006/relationships/slideLayout" Target="../slideLayouts/slideLayout455.xml"/><Relationship Id="rId633" Type="http://schemas.openxmlformats.org/officeDocument/2006/relationships/slideLayout" Target="../slideLayouts/slideLayout662.xml"/><Relationship Id="rId840" Type="http://schemas.openxmlformats.org/officeDocument/2006/relationships/slideLayout" Target="../slideLayouts/slideLayout869.xml"/><Relationship Id="rId67" Type="http://schemas.openxmlformats.org/officeDocument/2006/relationships/slideLayout" Target="../slideLayouts/slideLayout96.xml"/><Relationship Id="rId272" Type="http://schemas.openxmlformats.org/officeDocument/2006/relationships/slideLayout" Target="../slideLayouts/slideLayout301.xml"/><Relationship Id="rId577" Type="http://schemas.openxmlformats.org/officeDocument/2006/relationships/slideLayout" Target="../slideLayouts/slideLayout606.xml"/><Relationship Id="rId700" Type="http://schemas.openxmlformats.org/officeDocument/2006/relationships/slideLayout" Target="../slideLayouts/slideLayout729.xml"/><Relationship Id="rId132" Type="http://schemas.openxmlformats.org/officeDocument/2006/relationships/slideLayout" Target="../slideLayouts/slideLayout161.xml"/><Relationship Id="rId784" Type="http://schemas.openxmlformats.org/officeDocument/2006/relationships/slideLayout" Target="../slideLayouts/slideLayout813.xml"/><Relationship Id="rId437" Type="http://schemas.openxmlformats.org/officeDocument/2006/relationships/slideLayout" Target="../slideLayouts/slideLayout466.xml"/><Relationship Id="rId644" Type="http://schemas.openxmlformats.org/officeDocument/2006/relationships/slideLayout" Target="../slideLayouts/slideLayout673.xml"/><Relationship Id="rId851" Type="http://schemas.openxmlformats.org/officeDocument/2006/relationships/slideLayout" Target="../slideLayouts/slideLayout880.xml"/><Relationship Id="rId283" Type="http://schemas.openxmlformats.org/officeDocument/2006/relationships/slideLayout" Target="../slideLayouts/slideLayout312.xml"/><Relationship Id="rId490" Type="http://schemas.openxmlformats.org/officeDocument/2006/relationships/slideLayout" Target="../slideLayouts/slideLayout519.xml"/><Relationship Id="rId504" Type="http://schemas.openxmlformats.org/officeDocument/2006/relationships/slideLayout" Target="../slideLayouts/slideLayout533.xml"/><Relationship Id="rId711" Type="http://schemas.openxmlformats.org/officeDocument/2006/relationships/slideLayout" Target="../slideLayouts/slideLayout740.xml"/><Relationship Id="rId78" Type="http://schemas.openxmlformats.org/officeDocument/2006/relationships/slideLayout" Target="../slideLayouts/slideLayout107.xml"/><Relationship Id="rId143" Type="http://schemas.openxmlformats.org/officeDocument/2006/relationships/slideLayout" Target="../slideLayouts/slideLayout172.xml"/><Relationship Id="rId350" Type="http://schemas.openxmlformats.org/officeDocument/2006/relationships/slideLayout" Target="../slideLayouts/slideLayout379.xml"/><Relationship Id="rId588" Type="http://schemas.openxmlformats.org/officeDocument/2006/relationships/slideLayout" Target="../slideLayouts/slideLayout617.xml"/><Relationship Id="rId795" Type="http://schemas.openxmlformats.org/officeDocument/2006/relationships/slideLayout" Target="../slideLayouts/slideLayout824.xml"/><Relationship Id="rId809" Type="http://schemas.openxmlformats.org/officeDocument/2006/relationships/slideLayout" Target="../slideLayouts/slideLayout838.xml"/><Relationship Id="rId9" Type="http://schemas.openxmlformats.org/officeDocument/2006/relationships/slideLayout" Target="../slideLayouts/slideLayout38.xml"/><Relationship Id="rId210" Type="http://schemas.openxmlformats.org/officeDocument/2006/relationships/slideLayout" Target="../slideLayouts/slideLayout239.xml"/><Relationship Id="rId448" Type="http://schemas.openxmlformats.org/officeDocument/2006/relationships/slideLayout" Target="../slideLayouts/slideLayout477.xml"/><Relationship Id="rId655" Type="http://schemas.openxmlformats.org/officeDocument/2006/relationships/slideLayout" Target="../slideLayouts/slideLayout684.xml"/><Relationship Id="rId862" Type="http://schemas.openxmlformats.org/officeDocument/2006/relationships/slideLayout" Target="../slideLayouts/slideLayout891.xml"/><Relationship Id="rId294" Type="http://schemas.openxmlformats.org/officeDocument/2006/relationships/slideLayout" Target="../slideLayouts/slideLayout323.xml"/><Relationship Id="rId308" Type="http://schemas.openxmlformats.org/officeDocument/2006/relationships/slideLayout" Target="../slideLayouts/slideLayout337.xml"/><Relationship Id="rId515" Type="http://schemas.openxmlformats.org/officeDocument/2006/relationships/slideLayout" Target="../slideLayouts/slideLayout544.xml"/><Relationship Id="rId722" Type="http://schemas.openxmlformats.org/officeDocument/2006/relationships/slideLayout" Target="../slideLayouts/slideLayout751.xml"/><Relationship Id="rId89" Type="http://schemas.openxmlformats.org/officeDocument/2006/relationships/slideLayout" Target="../slideLayouts/slideLayout118.xml"/><Relationship Id="rId154" Type="http://schemas.openxmlformats.org/officeDocument/2006/relationships/slideLayout" Target="../slideLayouts/slideLayout183.xml"/><Relationship Id="rId361" Type="http://schemas.openxmlformats.org/officeDocument/2006/relationships/slideLayout" Target="../slideLayouts/slideLayout390.xml"/><Relationship Id="rId599" Type="http://schemas.openxmlformats.org/officeDocument/2006/relationships/slideLayout" Target="../slideLayouts/slideLayout628.xml"/><Relationship Id="rId459" Type="http://schemas.openxmlformats.org/officeDocument/2006/relationships/slideLayout" Target="../slideLayouts/slideLayout488.xml"/><Relationship Id="rId666" Type="http://schemas.openxmlformats.org/officeDocument/2006/relationships/slideLayout" Target="../slideLayouts/slideLayout695.xml"/><Relationship Id="rId873" Type="http://schemas.openxmlformats.org/officeDocument/2006/relationships/theme" Target="../theme/theme2.xml"/><Relationship Id="rId16" Type="http://schemas.openxmlformats.org/officeDocument/2006/relationships/slideLayout" Target="../slideLayouts/slideLayout45.xml"/><Relationship Id="rId221" Type="http://schemas.openxmlformats.org/officeDocument/2006/relationships/slideLayout" Target="../slideLayouts/slideLayout250.xml"/><Relationship Id="rId319" Type="http://schemas.openxmlformats.org/officeDocument/2006/relationships/slideLayout" Target="../slideLayouts/slideLayout348.xml"/><Relationship Id="rId526" Type="http://schemas.openxmlformats.org/officeDocument/2006/relationships/slideLayout" Target="../slideLayouts/slideLayout555.xml"/><Relationship Id="rId733" Type="http://schemas.openxmlformats.org/officeDocument/2006/relationships/slideLayout" Target="../slideLayouts/slideLayout762.xml"/><Relationship Id="rId165" Type="http://schemas.openxmlformats.org/officeDocument/2006/relationships/slideLayout" Target="../slideLayouts/slideLayout194.xml"/><Relationship Id="rId372" Type="http://schemas.openxmlformats.org/officeDocument/2006/relationships/slideLayout" Target="../slideLayouts/slideLayout401.xml"/><Relationship Id="rId677" Type="http://schemas.openxmlformats.org/officeDocument/2006/relationships/slideLayout" Target="../slideLayouts/slideLayout706.xml"/><Relationship Id="rId800" Type="http://schemas.openxmlformats.org/officeDocument/2006/relationships/slideLayout" Target="../slideLayouts/slideLayout829.xml"/><Relationship Id="rId232" Type="http://schemas.openxmlformats.org/officeDocument/2006/relationships/slideLayout" Target="../slideLayouts/slideLayout261.xml"/><Relationship Id="rId27" Type="http://schemas.openxmlformats.org/officeDocument/2006/relationships/slideLayout" Target="../slideLayouts/slideLayout56.xml"/><Relationship Id="rId537" Type="http://schemas.openxmlformats.org/officeDocument/2006/relationships/slideLayout" Target="../slideLayouts/slideLayout566.xml"/><Relationship Id="rId744" Type="http://schemas.openxmlformats.org/officeDocument/2006/relationships/slideLayout" Target="../slideLayouts/slideLayout773.xml"/><Relationship Id="rId80" Type="http://schemas.openxmlformats.org/officeDocument/2006/relationships/slideLayout" Target="../slideLayouts/slideLayout109.xml"/><Relationship Id="rId176" Type="http://schemas.openxmlformats.org/officeDocument/2006/relationships/slideLayout" Target="../slideLayouts/slideLayout205.xml"/><Relationship Id="rId383" Type="http://schemas.openxmlformats.org/officeDocument/2006/relationships/slideLayout" Target="../slideLayouts/slideLayout412.xml"/><Relationship Id="rId590" Type="http://schemas.openxmlformats.org/officeDocument/2006/relationships/slideLayout" Target="../slideLayouts/slideLayout619.xml"/><Relationship Id="rId604" Type="http://schemas.openxmlformats.org/officeDocument/2006/relationships/slideLayout" Target="../slideLayouts/slideLayout633.xml"/><Relationship Id="rId811" Type="http://schemas.openxmlformats.org/officeDocument/2006/relationships/slideLayout" Target="../slideLayouts/slideLayout840.xml"/><Relationship Id="rId243" Type="http://schemas.openxmlformats.org/officeDocument/2006/relationships/slideLayout" Target="../slideLayouts/slideLayout272.xml"/><Relationship Id="rId450" Type="http://schemas.openxmlformats.org/officeDocument/2006/relationships/slideLayout" Target="../slideLayouts/slideLayout479.xml"/><Relationship Id="rId688" Type="http://schemas.openxmlformats.org/officeDocument/2006/relationships/slideLayout" Target="../slideLayouts/slideLayout717.xml"/><Relationship Id="rId38" Type="http://schemas.openxmlformats.org/officeDocument/2006/relationships/slideLayout" Target="../slideLayouts/slideLayout67.xml"/><Relationship Id="rId103" Type="http://schemas.openxmlformats.org/officeDocument/2006/relationships/slideLayout" Target="../slideLayouts/slideLayout132.xml"/><Relationship Id="rId310" Type="http://schemas.openxmlformats.org/officeDocument/2006/relationships/slideLayout" Target="../slideLayouts/slideLayout339.xml"/><Relationship Id="rId548" Type="http://schemas.openxmlformats.org/officeDocument/2006/relationships/slideLayout" Target="../slideLayouts/slideLayout577.xml"/><Relationship Id="rId755" Type="http://schemas.openxmlformats.org/officeDocument/2006/relationships/slideLayout" Target="../slideLayouts/slideLayout784.xml"/><Relationship Id="rId91" Type="http://schemas.openxmlformats.org/officeDocument/2006/relationships/slideLayout" Target="../slideLayouts/slideLayout120.xml"/><Relationship Id="rId187" Type="http://schemas.openxmlformats.org/officeDocument/2006/relationships/slideLayout" Target="../slideLayouts/slideLayout216.xml"/><Relationship Id="rId394" Type="http://schemas.openxmlformats.org/officeDocument/2006/relationships/slideLayout" Target="../slideLayouts/slideLayout423.xml"/><Relationship Id="rId408" Type="http://schemas.openxmlformats.org/officeDocument/2006/relationships/slideLayout" Target="../slideLayouts/slideLayout437.xml"/><Relationship Id="rId615" Type="http://schemas.openxmlformats.org/officeDocument/2006/relationships/slideLayout" Target="../slideLayouts/slideLayout644.xml"/><Relationship Id="rId822" Type="http://schemas.openxmlformats.org/officeDocument/2006/relationships/slideLayout" Target="../slideLayouts/slideLayout851.xml"/><Relationship Id="rId254" Type="http://schemas.openxmlformats.org/officeDocument/2006/relationships/slideLayout" Target="../slideLayouts/slideLayout283.xml"/><Relationship Id="rId699" Type="http://schemas.openxmlformats.org/officeDocument/2006/relationships/slideLayout" Target="../slideLayouts/slideLayout728.xml"/><Relationship Id="rId49" Type="http://schemas.openxmlformats.org/officeDocument/2006/relationships/slideLayout" Target="../slideLayouts/slideLayout78.xml"/><Relationship Id="rId114" Type="http://schemas.openxmlformats.org/officeDocument/2006/relationships/slideLayout" Target="../slideLayouts/slideLayout143.xml"/><Relationship Id="rId461" Type="http://schemas.openxmlformats.org/officeDocument/2006/relationships/slideLayout" Target="../slideLayouts/slideLayout490.xml"/><Relationship Id="rId559" Type="http://schemas.openxmlformats.org/officeDocument/2006/relationships/slideLayout" Target="../slideLayouts/slideLayout588.xml"/><Relationship Id="rId766" Type="http://schemas.openxmlformats.org/officeDocument/2006/relationships/slideLayout" Target="../slideLayouts/slideLayout795.xml"/><Relationship Id="rId198" Type="http://schemas.openxmlformats.org/officeDocument/2006/relationships/slideLayout" Target="../slideLayouts/slideLayout227.xml"/><Relationship Id="rId321" Type="http://schemas.openxmlformats.org/officeDocument/2006/relationships/slideLayout" Target="../slideLayouts/slideLayout350.xml"/><Relationship Id="rId419" Type="http://schemas.openxmlformats.org/officeDocument/2006/relationships/slideLayout" Target="../slideLayouts/slideLayout448.xml"/><Relationship Id="rId626" Type="http://schemas.openxmlformats.org/officeDocument/2006/relationships/slideLayout" Target="../slideLayouts/slideLayout655.xml"/><Relationship Id="rId833" Type="http://schemas.openxmlformats.org/officeDocument/2006/relationships/slideLayout" Target="../slideLayouts/slideLayout862.xml"/><Relationship Id="rId265" Type="http://schemas.openxmlformats.org/officeDocument/2006/relationships/slideLayout" Target="../slideLayouts/slideLayout294.xml"/><Relationship Id="rId472" Type="http://schemas.openxmlformats.org/officeDocument/2006/relationships/slideLayout" Target="../slideLayouts/slideLayout501.xml"/><Relationship Id="rId125" Type="http://schemas.openxmlformats.org/officeDocument/2006/relationships/slideLayout" Target="../slideLayouts/slideLayout154.xml"/><Relationship Id="rId332" Type="http://schemas.openxmlformats.org/officeDocument/2006/relationships/slideLayout" Target="../slideLayouts/slideLayout361.xml"/><Relationship Id="rId777" Type="http://schemas.openxmlformats.org/officeDocument/2006/relationships/slideLayout" Target="../slideLayouts/slideLayout806.xml"/><Relationship Id="rId637" Type="http://schemas.openxmlformats.org/officeDocument/2006/relationships/slideLayout" Target="../slideLayouts/slideLayout666.xml"/><Relationship Id="rId844" Type="http://schemas.openxmlformats.org/officeDocument/2006/relationships/slideLayout" Target="../slideLayouts/slideLayout873.xml"/><Relationship Id="rId276" Type="http://schemas.openxmlformats.org/officeDocument/2006/relationships/slideLayout" Target="../slideLayouts/slideLayout305.xml"/><Relationship Id="rId483" Type="http://schemas.openxmlformats.org/officeDocument/2006/relationships/slideLayout" Target="../slideLayouts/slideLayout512.xml"/><Relationship Id="rId690" Type="http://schemas.openxmlformats.org/officeDocument/2006/relationships/slideLayout" Target="../slideLayouts/slideLayout719.xml"/><Relationship Id="rId704" Type="http://schemas.openxmlformats.org/officeDocument/2006/relationships/slideLayout" Target="../slideLayouts/slideLayout733.xml"/><Relationship Id="rId40" Type="http://schemas.openxmlformats.org/officeDocument/2006/relationships/slideLayout" Target="../slideLayouts/slideLayout69.xml"/><Relationship Id="rId136" Type="http://schemas.openxmlformats.org/officeDocument/2006/relationships/slideLayout" Target="../slideLayouts/slideLayout165.xml"/><Relationship Id="rId343" Type="http://schemas.openxmlformats.org/officeDocument/2006/relationships/slideLayout" Target="../slideLayouts/slideLayout372.xml"/><Relationship Id="rId550" Type="http://schemas.openxmlformats.org/officeDocument/2006/relationships/slideLayout" Target="../slideLayouts/slideLayout579.xml"/><Relationship Id="rId788" Type="http://schemas.openxmlformats.org/officeDocument/2006/relationships/slideLayout" Target="../slideLayouts/slideLayout817.xml"/><Relationship Id="rId203" Type="http://schemas.openxmlformats.org/officeDocument/2006/relationships/slideLayout" Target="../slideLayouts/slideLayout232.xml"/><Relationship Id="rId648" Type="http://schemas.openxmlformats.org/officeDocument/2006/relationships/slideLayout" Target="../slideLayouts/slideLayout677.xml"/><Relationship Id="rId855" Type="http://schemas.openxmlformats.org/officeDocument/2006/relationships/slideLayout" Target="../slideLayouts/slideLayout884.xml"/><Relationship Id="rId287" Type="http://schemas.openxmlformats.org/officeDocument/2006/relationships/slideLayout" Target="../slideLayouts/slideLayout316.xml"/><Relationship Id="rId410" Type="http://schemas.openxmlformats.org/officeDocument/2006/relationships/slideLayout" Target="../slideLayouts/slideLayout439.xml"/><Relationship Id="rId494" Type="http://schemas.openxmlformats.org/officeDocument/2006/relationships/slideLayout" Target="../slideLayouts/slideLayout523.xml"/><Relationship Id="rId508" Type="http://schemas.openxmlformats.org/officeDocument/2006/relationships/slideLayout" Target="../slideLayouts/slideLayout537.xml"/><Relationship Id="rId715" Type="http://schemas.openxmlformats.org/officeDocument/2006/relationships/slideLayout" Target="../slideLayouts/slideLayout744.xml"/><Relationship Id="rId147" Type="http://schemas.openxmlformats.org/officeDocument/2006/relationships/slideLayout" Target="../slideLayouts/slideLayout176.xml"/><Relationship Id="rId354" Type="http://schemas.openxmlformats.org/officeDocument/2006/relationships/slideLayout" Target="../slideLayouts/slideLayout383.xml"/><Relationship Id="rId799" Type="http://schemas.openxmlformats.org/officeDocument/2006/relationships/slideLayout" Target="../slideLayouts/slideLayout828.xml"/><Relationship Id="rId51" Type="http://schemas.openxmlformats.org/officeDocument/2006/relationships/slideLayout" Target="../slideLayouts/slideLayout80.xml"/><Relationship Id="rId561" Type="http://schemas.openxmlformats.org/officeDocument/2006/relationships/slideLayout" Target="../slideLayouts/slideLayout590.xml"/><Relationship Id="rId659" Type="http://schemas.openxmlformats.org/officeDocument/2006/relationships/slideLayout" Target="../slideLayouts/slideLayout688.xml"/><Relationship Id="rId866" Type="http://schemas.openxmlformats.org/officeDocument/2006/relationships/slideLayout" Target="../slideLayouts/slideLayout895.xml"/><Relationship Id="rId214" Type="http://schemas.openxmlformats.org/officeDocument/2006/relationships/slideLayout" Target="../slideLayouts/slideLayout243.xml"/><Relationship Id="rId298" Type="http://schemas.openxmlformats.org/officeDocument/2006/relationships/slideLayout" Target="../slideLayouts/slideLayout327.xml"/><Relationship Id="rId421" Type="http://schemas.openxmlformats.org/officeDocument/2006/relationships/slideLayout" Target="../slideLayouts/slideLayout450.xml"/><Relationship Id="rId519" Type="http://schemas.openxmlformats.org/officeDocument/2006/relationships/slideLayout" Target="../slideLayouts/slideLayout548.xml"/><Relationship Id="rId158" Type="http://schemas.openxmlformats.org/officeDocument/2006/relationships/slideLayout" Target="../slideLayouts/slideLayout187.xml"/><Relationship Id="rId726" Type="http://schemas.openxmlformats.org/officeDocument/2006/relationships/slideLayout" Target="../slideLayouts/slideLayout755.xml"/><Relationship Id="rId62" Type="http://schemas.openxmlformats.org/officeDocument/2006/relationships/slideLayout" Target="../slideLayouts/slideLayout91.xml"/><Relationship Id="rId365" Type="http://schemas.openxmlformats.org/officeDocument/2006/relationships/slideLayout" Target="../slideLayouts/slideLayout394.xml"/><Relationship Id="rId572" Type="http://schemas.openxmlformats.org/officeDocument/2006/relationships/slideLayout" Target="../slideLayouts/slideLayout601.xml"/><Relationship Id="rId225" Type="http://schemas.openxmlformats.org/officeDocument/2006/relationships/slideLayout" Target="../slideLayouts/slideLayout254.xml"/><Relationship Id="rId432" Type="http://schemas.openxmlformats.org/officeDocument/2006/relationships/slideLayout" Target="../slideLayouts/slideLayout461.xml"/><Relationship Id="rId737" Type="http://schemas.openxmlformats.org/officeDocument/2006/relationships/slideLayout" Target="../slideLayouts/slideLayout766.xml"/><Relationship Id="rId73" Type="http://schemas.openxmlformats.org/officeDocument/2006/relationships/slideLayout" Target="../slideLayouts/slideLayout102.xml"/><Relationship Id="rId169" Type="http://schemas.openxmlformats.org/officeDocument/2006/relationships/slideLayout" Target="../slideLayouts/slideLayout198.xml"/><Relationship Id="rId376" Type="http://schemas.openxmlformats.org/officeDocument/2006/relationships/slideLayout" Target="../slideLayouts/slideLayout405.xml"/><Relationship Id="rId583" Type="http://schemas.openxmlformats.org/officeDocument/2006/relationships/slideLayout" Target="../slideLayouts/slideLayout612.xml"/><Relationship Id="rId790" Type="http://schemas.openxmlformats.org/officeDocument/2006/relationships/slideLayout" Target="../slideLayouts/slideLayout819.xml"/><Relationship Id="rId804" Type="http://schemas.openxmlformats.org/officeDocument/2006/relationships/slideLayout" Target="../slideLayouts/slideLayout833.xml"/><Relationship Id="rId4" Type="http://schemas.openxmlformats.org/officeDocument/2006/relationships/slideLayout" Target="../slideLayouts/slideLayout33.xml"/><Relationship Id="rId236" Type="http://schemas.openxmlformats.org/officeDocument/2006/relationships/slideLayout" Target="../slideLayouts/slideLayout265.xml"/><Relationship Id="rId443" Type="http://schemas.openxmlformats.org/officeDocument/2006/relationships/slideLayout" Target="../slideLayouts/slideLayout472.xml"/><Relationship Id="rId650" Type="http://schemas.openxmlformats.org/officeDocument/2006/relationships/slideLayout" Target="../slideLayouts/slideLayout679.xml"/><Relationship Id="rId303" Type="http://schemas.openxmlformats.org/officeDocument/2006/relationships/slideLayout" Target="../slideLayouts/slideLayout332.xml"/><Relationship Id="rId748" Type="http://schemas.openxmlformats.org/officeDocument/2006/relationships/slideLayout" Target="../slideLayouts/slideLayout777.xml"/><Relationship Id="rId84" Type="http://schemas.openxmlformats.org/officeDocument/2006/relationships/slideLayout" Target="../slideLayouts/slideLayout113.xml"/><Relationship Id="rId387" Type="http://schemas.openxmlformats.org/officeDocument/2006/relationships/slideLayout" Target="../slideLayouts/slideLayout416.xml"/><Relationship Id="rId510" Type="http://schemas.openxmlformats.org/officeDocument/2006/relationships/slideLayout" Target="../slideLayouts/slideLayout539.xml"/><Relationship Id="rId594" Type="http://schemas.openxmlformats.org/officeDocument/2006/relationships/slideLayout" Target="../slideLayouts/slideLayout623.xml"/><Relationship Id="rId608" Type="http://schemas.openxmlformats.org/officeDocument/2006/relationships/slideLayout" Target="../slideLayouts/slideLayout637.xml"/><Relationship Id="rId815" Type="http://schemas.openxmlformats.org/officeDocument/2006/relationships/slideLayout" Target="../slideLayouts/slideLayout844.xml"/><Relationship Id="rId247" Type="http://schemas.openxmlformats.org/officeDocument/2006/relationships/slideLayout" Target="../slideLayouts/slideLayout276.xml"/><Relationship Id="rId107" Type="http://schemas.openxmlformats.org/officeDocument/2006/relationships/slideLayout" Target="../slideLayouts/slideLayout136.xml"/><Relationship Id="rId454" Type="http://schemas.openxmlformats.org/officeDocument/2006/relationships/slideLayout" Target="../slideLayouts/slideLayout483.xml"/><Relationship Id="rId661" Type="http://schemas.openxmlformats.org/officeDocument/2006/relationships/slideLayout" Target="../slideLayouts/slideLayout690.xml"/><Relationship Id="rId759" Type="http://schemas.openxmlformats.org/officeDocument/2006/relationships/slideLayout" Target="../slideLayouts/slideLayout788.xml"/><Relationship Id="rId11" Type="http://schemas.openxmlformats.org/officeDocument/2006/relationships/slideLayout" Target="../slideLayouts/slideLayout40.xml"/><Relationship Id="rId314" Type="http://schemas.openxmlformats.org/officeDocument/2006/relationships/slideLayout" Target="../slideLayouts/slideLayout343.xml"/><Relationship Id="rId398" Type="http://schemas.openxmlformats.org/officeDocument/2006/relationships/slideLayout" Target="../slideLayouts/slideLayout427.xml"/><Relationship Id="rId521" Type="http://schemas.openxmlformats.org/officeDocument/2006/relationships/slideLayout" Target="../slideLayouts/slideLayout550.xml"/><Relationship Id="rId619" Type="http://schemas.openxmlformats.org/officeDocument/2006/relationships/slideLayout" Target="../slideLayouts/slideLayout648.xml"/><Relationship Id="rId95" Type="http://schemas.openxmlformats.org/officeDocument/2006/relationships/slideLayout" Target="../slideLayouts/slideLayout124.xml"/><Relationship Id="rId160" Type="http://schemas.openxmlformats.org/officeDocument/2006/relationships/slideLayout" Target="../slideLayouts/slideLayout189.xml"/><Relationship Id="rId826" Type="http://schemas.openxmlformats.org/officeDocument/2006/relationships/slideLayout" Target="../slideLayouts/slideLayout855.xml"/><Relationship Id="rId258" Type="http://schemas.openxmlformats.org/officeDocument/2006/relationships/slideLayout" Target="../slideLayouts/slideLayout287.xml"/><Relationship Id="rId465" Type="http://schemas.openxmlformats.org/officeDocument/2006/relationships/slideLayout" Target="../slideLayouts/slideLayout494.xml"/><Relationship Id="rId672" Type="http://schemas.openxmlformats.org/officeDocument/2006/relationships/slideLayout" Target="../slideLayouts/slideLayout701.xml"/><Relationship Id="rId22" Type="http://schemas.openxmlformats.org/officeDocument/2006/relationships/slideLayout" Target="../slideLayouts/slideLayout51.xml"/><Relationship Id="rId118" Type="http://schemas.openxmlformats.org/officeDocument/2006/relationships/slideLayout" Target="../slideLayouts/slideLayout147.xml"/><Relationship Id="rId325" Type="http://schemas.openxmlformats.org/officeDocument/2006/relationships/slideLayout" Target="../slideLayouts/slideLayout354.xml"/><Relationship Id="rId532" Type="http://schemas.openxmlformats.org/officeDocument/2006/relationships/slideLayout" Target="../slideLayouts/slideLayout561.xml"/><Relationship Id="rId171" Type="http://schemas.openxmlformats.org/officeDocument/2006/relationships/slideLayout" Target="../slideLayouts/slideLayout200.xml"/><Relationship Id="rId837" Type="http://schemas.openxmlformats.org/officeDocument/2006/relationships/slideLayout" Target="../slideLayouts/slideLayout866.xml"/><Relationship Id="rId269" Type="http://schemas.openxmlformats.org/officeDocument/2006/relationships/slideLayout" Target="../slideLayouts/slideLayout298.xml"/><Relationship Id="rId476" Type="http://schemas.openxmlformats.org/officeDocument/2006/relationships/slideLayout" Target="../slideLayouts/slideLayout505.xml"/><Relationship Id="rId683" Type="http://schemas.openxmlformats.org/officeDocument/2006/relationships/slideLayout" Target="../slideLayouts/slideLayout712.xml"/><Relationship Id="rId33" Type="http://schemas.openxmlformats.org/officeDocument/2006/relationships/slideLayout" Target="../slideLayouts/slideLayout62.xml"/><Relationship Id="rId129" Type="http://schemas.openxmlformats.org/officeDocument/2006/relationships/slideLayout" Target="../slideLayouts/slideLayout158.xml"/><Relationship Id="rId336" Type="http://schemas.openxmlformats.org/officeDocument/2006/relationships/slideLayout" Target="../slideLayouts/slideLayout365.xml"/><Relationship Id="rId543" Type="http://schemas.openxmlformats.org/officeDocument/2006/relationships/slideLayout" Target="../slideLayouts/slideLayout572.xml"/><Relationship Id="rId182" Type="http://schemas.openxmlformats.org/officeDocument/2006/relationships/slideLayout" Target="../slideLayouts/slideLayout211.xml"/><Relationship Id="rId403" Type="http://schemas.openxmlformats.org/officeDocument/2006/relationships/slideLayout" Target="../slideLayouts/slideLayout432.xml"/><Relationship Id="rId750" Type="http://schemas.openxmlformats.org/officeDocument/2006/relationships/slideLayout" Target="../slideLayouts/slideLayout779.xml"/><Relationship Id="rId848" Type="http://schemas.openxmlformats.org/officeDocument/2006/relationships/slideLayout" Target="../slideLayouts/slideLayout877.xml"/><Relationship Id="rId487" Type="http://schemas.openxmlformats.org/officeDocument/2006/relationships/slideLayout" Target="../slideLayouts/slideLayout516.xml"/><Relationship Id="rId610" Type="http://schemas.openxmlformats.org/officeDocument/2006/relationships/slideLayout" Target="../slideLayouts/slideLayout639.xml"/><Relationship Id="rId694" Type="http://schemas.openxmlformats.org/officeDocument/2006/relationships/slideLayout" Target="../slideLayouts/slideLayout723.xml"/><Relationship Id="rId708" Type="http://schemas.openxmlformats.org/officeDocument/2006/relationships/slideLayout" Target="../slideLayouts/slideLayout737.xml"/><Relationship Id="rId347" Type="http://schemas.openxmlformats.org/officeDocument/2006/relationships/slideLayout" Target="../slideLayouts/slideLayout376.xml"/><Relationship Id="rId44" Type="http://schemas.openxmlformats.org/officeDocument/2006/relationships/slideLayout" Target="../slideLayouts/slideLayout73.xml"/><Relationship Id="rId554" Type="http://schemas.openxmlformats.org/officeDocument/2006/relationships/slideLayout" Target="../slideLayouts/slideLayout583.xml"/><Relationship Id="rId761" Type="http://schemas.openxmlformats.org/officeDocument/2006/relationships/slideLayout" Target="../slideLayouts/slideLayout790.xml"/><Relationship Id="rId859" Type="http://schemas.openxmlformats.org/officeDocument/2006/relationships/slideLayout" Target="../slideLayouts/slideLayout888.xml"/><Relationship Id="rId193" Type="http://schemas.openxmlformats.org/officeDocument/2006/relationships/slideLayout" Target="../slideLayouts/slideLayout222.xml"/><Relationship Id="rId207" Type="http://schemas.openxmlformats.org/officeDocument/2006/relationships/slideLayout" Target="../slideLayouts/slideLayout236.xml"/><Relationship Id="rId414" Type="http://schemas.openxmlformats.org/officeDocument/2006/relationships/slideLayout" Target="../slideLayouts/slideLayout443.xml"/><Relationship Id="rId498" Type="http://schemas.openxmlformats.org/officeDocument/2006/relationships/slideLayout" Target="../slideLayouts/slideLayout527.xml"/><Relationship Id="rId621" Type="http://schemas.openxmlformats.org/officeDocument/2006/relationships/slideLayout" Target="../slideLayouts/slideLayout650.xml"/><Relationship Id="rId260" Type="http://schemas.openxmlformats.org/officeDocument/2006/relationships/slideLayout" Target="../slideLayouts/slideLayout289.xml"/><Relationship Id="rId719" Type="http://schemas.openxmlformats.org/officeDocument/2006/relationships/slideLayout" Target="../slideLayouts/slideLayout748.xml"/><Relationship Id="rId55" Type="http://schemas.openxmlformats.org/officeDocument/2006/relationships/slideLayout" Target="../slideLayouts/slideLayout84.xml"/><Relationship Id="rId120" Type="http://schemas.openxmlformats.org/officeDocument/2006/relationships/slideLayout" Target="../slideLayouts/slideLayout149.xml"/><Relationship Id="rId358" Type="http://schemas.openxmlformats.org/officeDocument/2006/relationships/slideLayout" Target="../slideLayouts/slideLayout387.xml"/><Relationship Id="rId565" Type="http://schemas.openxmlformats.org/officeDocument/2006/relationships/slideLayout" Target="../slideLayouts/slideLayout594.xml"/><Relationship Id="rId772" Type="http://schemas.openxmlformats.org/officeDocument/2006/relationships/slideLayout" Target="../slideLayouts/slideLayout801.xml"/><Relationship Id="rId218" Type="http://schemas.openxmlformats.org/officeDocument/2006/relationships/slideLayout" Target="../slideLayouts/slideLayout247.xml"/><Relationship Id="rId425" Type="http://schemas.openxmlformats.org/officeDocument/2006/relationships/slideLayout" Target="../slideLayouts/slideLayout454.xml"/><Relationship Id="rId632" Type="http://schemas.openxmlformats.org/officeDocument/2006/relationships/slideLayout" Target="../slideLayouts/slideLayout661.xml"/><Relationship Id="rId271" Type="http://schemas.openxmlformats.org/officeDocument/2006/relationships/slideLayout" Target="../slideLayouts/slideLayout300.xml"/><Relationship Id="rId66" Type="http://schemas.openxmlformats.org/officeDocument/2006/relationships/slideLayout" Target="../slideLayouts/slideLayout95.xml"/><Relationship Id="rId131" Type="http://schemas.openxmlformats.org/officeDocument/2006/relationships/slideLayout" Target="../slideLayouts/slideLayout160.xml"/><Relationship Id="rId369" Type="http://schemas.openxmlformats.org/officeDocument/2006/relationships/slideLayout" Target="../slideLayouts/slideLayout398.xml"/><Relationship Id="rId576" Type="http://schemas.openxmlformats.org/officeDocument/2006/relationships/slideLayout" Target="../slideLayouts/slideLayout605.xml"/><Relationship Id="rId783" Type="http://schemas.openxmlformats.org/officeDocument/2006/relationships/slideLayout" Target="../slideLayouts/slideLayout812.xml"/><Relationship Id="rId229" Type="http://schemas.openxmlformats.org/officeDocument/2006/relationships/slideLayout" Target="../slideLayouts/slideLayout258.xml"/><Relationship Id="rId436" Type="http://schemas.openxmlformats.org/officeDocument/2006/relationships/slideLayout" Target="../slideLayouts/slideLayout465.xml"/><Relationship Id="rId643" Type="http://schemas.openxmlformats.org/officeDocument/2006/relationships/slideLayout" Target="../slideLayouts/slideLayout672.xml"/><Relationship Id="rId850" Type="http://schemas.openxmlformats.org/officeDocument/2006/relationships/slideLayout" Target="../slideLayouts/slideLayout879.xml"/><Relationship Id="rId77" Type="http://schemas.openxmlformats.org/officeDocument/2006/relationships/slideLayout" Target="../slideLayouts/slideLayout106.xml"/><Relationship Id="rId282" Type="http://schemas.openxmlformats.org/officeDocument/2006/relationships/slideLayout" Target="../slideLayouts/slideLayout311.xml"/><Relationship Id="rId503" Type="http://schemas.openxmlformats.org/officeDocument/2006/relationships/slideLayout" Target="../slideLayouts/slideLayout532.xml"/><Relationship Id="rId587" Type="http://schemas.openxmlformats.org/officeDocument/2006/relationships/slideLayout" Target="../slideLayouts/slideLayout616.xml"/><Relationship Id="rId710" Type="http://schemas.openxmlformats.org/officeDocument/2006/relationships/slideLayout" Target="../slideLayouts/slideLayout739.xml"/><Relationship Id="rId808" Type="http://schemas.openxmlformats.org/officeDocument/2006/relationships/slideLayout" Target="../slideLayouts/slideLayout837.xml"/><Relationship Id="rId8" Type="http://schemas.openxmlformats.org/officeDocument/2006/relationships/slideLayout" Target="../slideLayouts/slideLayout37.xml"/><Relationship Id="rId142" Type="http://schemas.openxmlformats.org/officeDocument/2006/relationships/slideLayout" Target="../slideLayouts/slideLayout171.xml"/><Relationship Id="rId447" Type="http://schemas.openxmlformats.org/officeDocument/2006/relationships/slideLayout" Target="../slideLayouts/slideLayout476.xml"/><Relationship Id="rId794" Type="http://schemas.openxmlformats.org/officeDocument/2006/relationships/slideLayout" Target="../slideLayouts/slideLayout823.xml"/><Relationship Id="rId654" Type="http://schemas.openxmlformats.org/officeDocument/2006/relationships/slideLayout" Target="../slideLayouts/slideLayout683.xml"/><Relationship Id="rId861" Type="http://schemas.openxmlformats.org/officeDocument/2006/relationships/slideLayout" Target="../slideLayouts/slideLayout890.xml"/><Relationship Id="rId293" Type="http://schemas.openxmlformats.org/officeDocument/2006/relationships/slideLayout" Target="../slideLayouts/slideLayout322.xml"/><Relationship Id="rId307" Type="http://schemas.openxmlformats.org/officeDocument/2006/relationships/slideLayout" Target="../slideLayouts/slideLayout336.xml"/><Relationship Id="rId514" Type="http://schemas.openxmlformats.org/officeDocument/2006/relationships/slideLayout" Target="../slideLayouts/slideLayout543.xml"/><Relationship Id="rId721" Type="http://schemas.openxmlformats.org/officeDocument/2006/relationships/slideLayout" Target="../slideLayouts/slideLayout7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92D6528-ABDA-4CD0-8B24-8DA093E025A0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1644EE5D-5C9C-47F4-9957-6DAB7196B4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327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  <p:sldLayoutId id="2147483761" r:id="rId19"/>
    <p:sldLayoutId id="2147483762" r:id="rId20"/>
    <p:sldLayoutId id="2147483763" r:id="rId21"/>
    <p:sldLayoutId id="2147483764" r:id="rId22"/>
    <p:sldLayoutId id="2147483765" r:id="rId23"/>
    <p:sldLayoutId id="2147483766" r:id="rId24"/>
    <p:sldLayoutId id="2147483767" r:id="rId25"/>
    <p:sldLayoutId id="2147483768" r:id="rId26"/>
    <p:sldLayoutId id="2147483769" r:id="rId27"/>
    <p:sldLayoutId id="2147483770" r:id="rId28"/>
    <p:sldLayoutId id="2147483771" r:id="rId29"/>
    <p:sldLayoutId id="2147483772" r:id="rId30"/>
    <p:sldLayoutId id="2147483773" r:id="rId31"/>
    <p:sldLayoutId id="2147483774" r:id="rId32"/>
    <p:sldLayoutId id="2147483775" r:id="rId33"/>
    <p:sldLayoutId id="2147483776" r:id="rId34"/>
    <p:sldLayoutId id="2147483777" r:id="rId35"/>
    <p:sldLayoutId id="2147483778" r:id="rId36"/>
    <p:sldLayoutId id="2147483779" r:id="rId37"/>
    <p:sldLayoutId id="2147483780" r:id="rId38"/>
    <p:sldLayoutId id="2147483781" r:id="rId39"/>
    <p:sldLayoutId id="2147483782" r:id="rId40"/>
    <p:sldLayoutId id="2147483783" r:id="rId41"/>
    <p:sldLayoutId id="2147483784" r:id="rId42"/>
    <p:sldLayoutId id="2147483785" r:id="rId43"/>
    <p:sldLayoutId id="2147483786" r:id="rId44"/>
    <p:sldLayoutId id="2147483787" r:id="rId45"/>
    <p:sldLayoutId id="2147483788" r:id="rId46"/>
    <p:sldLayoutId id="2147483789" r:id="rId47"/>
    <p:sldLayoutId id="2147483790" r:id="rId48"/>
    <p:sldLayoutId id="2147483791" r:id="rId49"/>
    <p:sldLayoutId id="2147483792" r:id="rId50"/>
    <p:sldLayoutId id="2147483793" r:id="rId51"/>
    <p:sldLayoutId id="2147483794" r:id="rId52"/>
    <p:sldLayoutId id="2147483795" r:id="rId53"/>
    <p:sldLayoutId id="2147483796" r:id="rId54"/>
    <p:sldLayoutId id="2147483797" r:id="rId55"/>
    <p:sldLayoutId id="2147483798" r:id="rId56"/>
    <p:sldLayoutId id="2147483799" r:id="rId57"/>
    <p:sldLayoutId id="2147483800" r:id="rId58"/>
    <p:sldLayoutId id="2147483801" r:id="rId59"/>
    <p:sldLayoutId id="2147483802" r:id="rId60"/>
    <p:sldLayoutId id="2147483803" r:id="rId61"/>
    <p:sldLayoutId id="2147483804" r:id="rId62"/>
    <p:sldLayoutId id="2147483805" r:id="rId63"/>
    <p:sldLayoutId id="2147483806" r:id="rId64"/>
    <p:sldLayoutId id="2147483807" r:id="rId65"/>
    <p:sldLayoutId id="2147483808" r:id="rId66"/>
    <p:sldLayoutId id="2147483809" r:id="rId67"/>
    <p:sldLayoutId id="2147483810" r:id="rId68"/>
    <p:sldLayoutId id="2147483811" r:id="rId69"/>
    <p:sldLayoutId id="2147483812" r:id="rId70"/>
    <p:sldLayoutId id="2147483813" r:id="rId71"/>
    <p:sldLayoutId id="2147483814" r:id="rId72"/>
    <p:sldLayoutId id="2147483815" r:id="rId73"/>
    <p:sldLayoutId id="2147483816" r:id="rId74"/>
    <p:sldLayoutId id="2147483817" r:id="rId75"/>
    <p:sldLayoutId id="2147483818" r:id="rId76"/>
    <p:sldLayoutId id="2147483819" r:id="rId77"/>
    <p:sldLayoutId id="2147483820" r:id="rId78"/>
    <p:sldLayoutId id="2147483821" r:id="rId79"/>
    <p:sldLayoutId id="2147483822" r:id="rId80"/>
    <p:sldLayoutId id="2147483823" r:id="rId81"/>
    <p:sldLayoutId id="2147483824" r:id="rId82"/>
    <p:sldLayoutId id="2147483825" r:id="rId83"/>
    <p:sldLayoutId id="2147483826" r:id="rId84"/>
    <p:sldLayoutId id="2147483827" r:id="rId85"/>
    <p:sldLayoutId id="2147483828" r:id="rId86"/>
    <p:sldLayoutId id="2147483829" r:id="rId87"/>
    <p:sldLayoutId id="2147483830" r:id="rId88"/>
    <p:sldLayoutId id="2147483831" r:id="rId89"/>
    <p:sldLayoutId id="2147483832" r:id="rId90"/>
    <p:sldLayoutId id="2147483833" r:id="rId91"/>
    <p:sldLayoutId id="2147483834" r:id="rId92"/>
    <p:sldLayoutId id="2147483835" r:id="rId93"/>
    <p:sldLayoutId id="2147483836" r:id="rId94"/>
    <p:sldLayoutId id="2147483837" r:id="rId95"/>
    <p:sldLayoutId id="2147483838" r:id="rId96"/>
    <p:sldLayoutId id="2147483839" r:id="rId97"/>
    <p:sldLayoutId id="2147483840" r:id="rId98"/>
    <p:sldLayoutId id="2147483841" r:id="rId99"/>
    <p:sldLayoutId id="2147483842" r:id="rId100"/>
    <p:sldLayoutId id="2147483843" r:id="rId101"/>
    <p:sldLayoutId id="2147483844" r:id="rId102"/>
    <p:sldLayoutId id="2147483845" r:id="rId103"/>
    <p:sldLayoutId id="2147483846" r:id="rId104"/>
    <p:sldLayoutId id="2147483847" r:id="rId105"/>
    <p:sldLayoutId id="2147483848" r:id="rId106"/>
    <p:sldLayoutId id="2147483849" r:id="rId107"/>
    <p:sldLayoutId id="2147483850" r:id="rId108"/>
    <p:sldLayoutId id="2147483851" r:id="rId109"/>
    <p:sldLayoutId id="2147483852" r:id="rId110"/>
    <p:sldLayoutId id="2147483853" r:id="rId111"/>
    <p:sldLayoutId id="2147483854" r:id="rId112"/>
    <p:sldLayoutId id="2147483855" r:id="rId113"/>
    <p:sldLayoutId id="2147483856" r:id="rId114"/>
    <p:sldLayoutId id="2147483857" r:id="rId115"/>
    <p:sldLayoutId id="2147483858" r:id="rId116"/>
    <p:sldLayoutId id="2147483859" r:id="rId117"/>
    <p:sldLayoutId id="2147483860" r:id="rId118"/>
    <p:sldLayoutId id="2147483861" r:id="rId119"/>
    <p:sldLayoutId id="2147483862" r:id="rId120"/>
    <p:sldLayoutId id="2147483863" r:id="rId121"/>
    <p:sldLayoutId id="2147483864" r:id="rId122"/>
    <p:sldLayoutId id="2147483865" r:id="rId123"/>
    <p:sldLayoutId id="2147483866" r:id="rId124"/>
    <p:sldLayoutId id="2147483867" r:id="rId125"/>
    <p:sldLayoutId id="2147483868" r:id="rId126"/>
    <p:sldLayoutId id="2147483869" r:id="rId127"/>
    <p:sldLayoutId id="2147483870" r:id="rId128"/>
    <p:sldLayoutId id="2147483871" r:id="rId129"/>
    <p:sldLayoutId id="2147483872" r:id="rId130"/>
    <p:sldLayoutId id="2147483873" r:id="rId131"/>
    <p:sldLayoutId id="2147483874" r:id="rId132"/>
    <p:sldLayoutId id="2147483875" r:id="rId133"/>
    <p:sldLayoutId id="2147483876" r:id="rId134"/>
    <p:sldLayoutId id="2147483877" r:id="rId135"/>
    <p:sldLayoutId id="2147483878" r:id="rId136"/>
    <p:sldLayoutId id="2147483879" r:id="rId137"/>
    <p:sldLayoutId id="2147483880" r:id="rId138"/>
    <p:sldLayoutId id="2147483881" r:id="rId139"/>
    <p:sldLayoutId id="2147483882" r:id="rId140"/>
    <p:sldLayoutId id="2147483883" r:id="rId141"/>
    <p:sldLayoutId id="2147483884" r:id="rId142"/>
    <p:sldLayoutId id="2147483885" r:id="rId143"/>
    <p:sldLayoutId id="2147483886" r:id="rId144"/>
    <p:sldLayoutId id="2147483887" r:id="rId145"/>
    <p:sldLayoutId id="2147483888" r:id="rId146"/>
    <p:sldLayoutId id="2147483889" r:id="rId147"/>
    <p:sldLayoutId id="2147483890" r:id="rId148"/>
    <p:sldLayoutId id="2147483891" r:id="rId149"/>
    <p:sldLayoutId id="2147483892" r:id="rId150"/>
    <p:sldLayoutId id="2147483893" r:id="rId151"/>
    <p:sldLayoutId id="2147483894" r:id="rId152"/>
    <p:sldLayoutId id="2147483895" r:id="rId153"/>
    <p:sldLayoutId id="2147483896" r:id="rId154"/>
    <p:sldLayoutId id="2147483897" r:id="rId155"/>
    <p:sldLayoutId id="2147483898" r:id="rId156"/>
    <p:sldLayoutId id="2147483899" r:id="rId157"/>
    <p:sldLayoutId id="2147483900" r:id="rId158"/>
    <p:sldLayoutId id="2147483901" r:id="rId159"/>
    <p:sldLayoutId id="2147483902" r:id="rId160"/>
    <p:sldLayoutId id="2147483903" r:id="rId161"/>
    <p:sldLayoutId id="2147483904" r:id="rId162"/>
    <p:sldLayoutId id="2147483905" r:id="rId163"/>
    <p:sldLayoutId id="2147483906" r:id="rId164"/>
    <p:sldLayoutId id="2147483907" r:id="rId165"/>
    <p:sldLayoutId id="2147483908" r:id="rId166"/>
    <p:sldLayoutId id="2147483909" r:id="rId167"/>
    <p:sldLayoutId id="2147483910" r:id="rId168"/>
    <p:sldLayoutId id="2147483911" r:id="rId169"/>
    <p:sldLayoutId id="2147483912" r:id="rId170"/>
    <p:sldLayoutId id="2147483913" r:id="rId171"/>
    <p:sldLayoutId id="2147483914" r:id="rId172"/>
    <p:sldLayoutId id="2147483915" r:id="rId173"/>
    <p:sldLayoutId id="2147483916" r:id="rId174"/>
    <p:sldLayoutId id="2147483917" r:id="rId175"/>
    <p:sldLayoutId id="2147483918" r:id="rId176"/>
    <p:sldLayoutId id="2147483919" r:id="rId177"/>
    <p:sldLayoutId id="2147483920" r:id="rId178"/>
    <p:sldLayoutId id="2147483921" r:id="rId179"/>
    <p:sldLayoutId id="2147483922" r:id="rId180"/>
    <p:sldLayoutId id="2147483923" r:id="rId181"/>
    <p:sldLayoutId id="2147483924" r:id="rId182"/>
    <p:sldLayoutId id="2147483925" r:id="rId183"/>
    <p:sldLayoutId id="2147483926" r:id="rId184"/>
    <p:sldLayoutId id="2147483927" r:id="rId185"/>
    <p:sldLayoutId id="2147483928" r:id="rId186"/>
    <p:sldLayoutId id="2147483929" r:id="rId187"/>
    <p:sldLayoutId id="2147483930" r:id="rId188"/>
    <p:sldLayoutId id="2147483931" r:id="rId189"/>
    <p:sldLayoutId id="2147483932" r:id="rId190"/>
    <p:sldLayoutId id="2147483933" r:id="rId191"/>
    <p:sldLayoutId id="2147483934" r:id="rId192"/>
    <p:sldLayoutId id="2147483935" r:id="rId193"/>
    <p:sldLayoutId id="2147483936" r:id="rId194"/>
    <p:sldLayoutId id="2147483937" r:id="rId195"/>
    <p:sldLayoutId id="2147483938" r:id="rId196"/>
    <p:sldLayoutId id="2147483939" r:id="rId197"/>
    <p:sldLayoutId id="2147483940" r:id="rId198"/>
    <p:sldLayoutId id="2147483941" r:id="rId199"/>
    <p:sldLayoutId id="2147483942" r:id="rId200"/>
    <p:sldLayoutId id="2147483943" r:id="rId201"/>
    <p:sldLayoutId id="2147483944" r:id="rId202"/>
    <p:sldLayoutId id="2147483945" r:id="rId203"/>
    <p:sldLayoutId id="2147483946" r:id="rId204"/>
    <p:sldLayoutId id="2147483947" r:id="rId205"/>
    <p:sldLayoutId id="2147483948" r:id="rId206"/>
    <p:sldLayoutId id="2147483949" r:id="rId207"/>
    <p:sldLayoutId id="2147483950" r:id="rId208"/>
    <p:sldLayoutId id="2147483951" r:id="rId209"/>
    <p:sldLayoutId id="2147483952" r:id="rId210"/>
    <p:sldLayoutId id="2147483953" r:id="rId211"/>
    <p:sldLayoutId id="2147483954" r:id="rId212"/>
    <p:sldLayoutId id="2147483955" r:id="rId213"/>
    <p:sldLayoutId id="2147483956" r:id="rId214"/>
    <p:sldLayoutId id="2147483957" r:id="rId215"/>
    <p:sldLayoutId id="2147483958" r:id="rId216"/>
    <p:sldLayoutId id="2147483959" r:id="rId217"/>
    <p:sldLayoutId id="2147483960" r:id="rId218"/>
    <p:sldLayoutId id="2147483961" r:id="rId219"/>
    <p:sldLayoutId id="2147483962" r:id="rId220"/>
    <p:sldLayoutId id="2147483963" r:id="rId221"/>
    <p:sldLayoutId id="2147483964" r:id="rId222"/>
    <p:sldLayoutId id="2147483965" r:id="rId223"/>
    <p:sldLayoutId id="2147483966" r:id="rId224"/>
    <p:sldLayoutId id="2147483967" r:id="rId225"/>
    <p:sldLayoutId id="2147483968" r:id="rId226"/>
    <p:sldLayoutId id="2147483969" r:id="rId227"/>
    <p:sldLayoutId id="2147483970" r:id="rId228"/>
    <p:sldLayoutId id="2147483971" r:id="rId229"/>
    <p:sldLayoutId id="2147483972" r:id="rId230"/>
    <p:sldLayoutId id="2147483973" r:id="rId231"/>
    <p:sldLayoutId id="2147483974" r:id="rId232"/>
    <p:sldLayoutId id="2147483975" r:id="rId233"/>
    <p:sldLayoutId id="2147483976" r:id="rId234"/>
    <p:sldLayoutId id="2147483977" r:id="rId235"/>
    <p:sldLayoutId id="2147483978" r:id="rId236"/>
    <p:sldLayoutId id="2147483979" r:id="rId237"/>
    <p:sldLayoutId id="2147483980" r:id="rId238"/>
    <p:sldLayoutId id="2147483981" r:id="rId239"/>
    <p:sldLayoutId id="2147483982" r:id="rId240"/>
    <p:sldLayoutId id="2147483983" r:id="rId241"/>
    <p:sldLayoutId id="2147483984" r:id="rId242"/>
    <p:sldLayoutId id="2147483985" r:id="rId243"/>
    <p:sldLayoutId id="2147483986" r:id="rId244"/>
    <p:sldLayoutId id="2147483987" r:id="rId245"/>
    <p:sldLayoutId id="2147483988" r:id="rId246"/>
    <p:sldLayoutId id="2147483989" r:id="rId247"/>
    <p:sldLayoutId id="2147483990" r:id="rId248"/>
    <p:sldLayoutId id="2147483991" r:id="rId249"/>
    <p:sldLayoutId id="2147483992" r:id="rId250"/>
    <p:sldLayoutId id="2147483993" r:id="rId251"/>
    <p:sldLayoutId id="2147483994" r:id="rId252"/>
    <p:sldLayoutId id="2147483995" r:id="rId253"/>
    <p:sldLayoutId id="2147483996" r:id="rId254"/>
    <p:sldLayoutId id="2147483997" r:id="rId255"/>
    <p:sldLayoutId id="2147483998" r:id="rId256"/>
    <p:sldLayoutId id="2147483999" r:id="rId257"/>
    <p:sldLayoutId id="2147484000" r:id="rId258"/>
    <p:sldLayoutId id="2147484001" r:id="rId259"/>
    <p:sldLayoutId id="2147484002" r:id="rId260"/>
    <p:sldLayoutId id="2147484003" r:id="rId261"/>
    <p:sldLayoutId id="2147484004" r:id="rId262"/>
    <p:sldLayoutId id="2147484005" r:id="rId263"/>
    <p:sldLayoutId id="2147484006" r:id="rId264"/>
    <p:sldLayoutId id="2147484007" r:id="rId265"/>
    <p:sldLayoutId id="2147484008" r:id="rId266"/>
    <p:sldLayoutId id="2147484009" r:id="rId267"/>
    <p:sldLayoutId id="2147484010" r:id="rId268"/>
    <p:sldLayoutId id="2147484011" r:id="rId269"/>
    <p:sldLayoutId id="2147484012" r:id="rId270"/>
    <p:sldLayoutId id="2147484013" r:id="rId271"/>
    <p:sldLayoutId id="2147484014" r:id="rId272"/>
    <p:sldLayoutId id="2147484015" r:id="rId273"/>
    <p:sldLayoutId id="2147484016" r:id="rId274"/>
    <p:sldLayoutId id="2147484017" r:id="rId275"/>
    <p:sldLayoutId id="2147484018" r:id="rId276"/>
    <p:sldLayoutId id="2147484019" r:id="rId277"/>
    <p:sldLayoutId id="2147484020" r:id="rId278"/>
    <p:sldLayoutId id="2147484021" r:id="rId279"/>
    <p:sldLayoutId id="2147484022" r:id="rId280"/>
    <p:sldLayoutId id="2147484023" r:id="rId281"/>
    <p:sldLayoutId id="2147484024" r:id="rId282"/>
    <p:sldLayoutId id="2147484025" r:id="rId283"/>
    <p:sldLayoutId id="2147484026" r:id="rId284"/>
    <p:sldLayoutId id="2147484027" r:id="rId285"/>
    <p:sldLayoutId id="2147484028" r:id="rId286"/>
    <p:sldLayoutId id="2147484029" r:id="rId287"/>
    <p:sldLayoutId id="2147484030" r:id="rId288"/>
    <p:sldLayoutId id="2147484031" r:id="rId289"/>
    <p:sldLayoutId id="2147484032" r:id="rId290"/>
    <p:sldLayoutId id="2147484033" r:id="rId291"/>
    <p:sldLayoutId id="2147484034" r:id="rId292"/>
    <p:sldLayoutId id="2147484035" r:id="rId293"/>
    <p:sldLayoutId id="2147484036" r:id="rId294"/>
    <p:sldLayoutId id="2147484037" r:id="rId295"/>
    <p:sldLayoutId id="2147484038" r:id="rId296"/>
    <p:sldLayoutId id="2147484039" r:id="rId297"/>
    <p:sldLayoutId id="2147484040" r:id="rId298"/>
    <p:sldLayoutId id="2147484041" r:id="rId299"/>
    <p:sldLayoutId id="2147484042" r:id="rId300"/>
    <p:sldLayoutId id="2147484043" r:id="rId301"/>
    <p:sldLayoutId id="2147484044" r:id="rId302"/>
    <p:sldLayoutId id="2147484045" r:id="rId303"/>
    <p:sldLayoutId id="2147484046" r:id="rId304"/>
    <p:sldLayoutId id="2147484047" r:id="rId305"/>
    <p:sldLayoutId id="2147484048" r:id="rId306"/>
    <p:sldLayoutId id="2147484049" r:id="rId307"/>
    <p:sldLayoutId id="2147484050" r:id="rId308"/>
    <p:sldLayoutId id="2147484051" r:id="rId309"/>
    <p:sldLayoutId id="2147484052" r:id="rId310"/>
    <p:sldLayoutId id="2147484053" r:id="rId311"/>
    <p:sldLayoutId id="2147484054" r:id="rId312"/>
    <p:sldLayoutId id="2147484055" r:id="rId313"/>
    <p:sldLayoutId id="2147484056" r:id="rId314"/>
    <p:sldLayoutId id="2147484057" r:id="rId315"/>
    <p:sldLayoutId id="2147484058" r:id="rId316"/>
    <p:sldLayoutId id="2147484059" r:id="rId317"/>
    <p:sldLayoutId id="2147484060" r:id="rId318"/>
    <p:sldLayoutId id="2147484061" r:id="rId319"/>
    <p:sldLayoutId id="2147484062" r:id="rId320"/>
    <p:sldLayoutId id="2147484063" r:id="rId321"/>
    <p:sldLayoutId id="2147484064" r:id="rId322"/>
    <p:sldLayoutId id="2147484065" r:id="rId323"/>
    <p:sldLayoutId id="2147484066" r:id="rId324"/>
    <p:sldLayoutId id="2147484067" r:id="rId325"/>
    <p:sldLayoutId id="2147484068" r:id="rId326"/>
    <p:sldLayoutId id="2147484069" r:id="rId327"/>
    <p:sldLayoutId id="2147484070" r:id="rId328"/>
    <p:sldLayoutId id="2147484071" r:id="rId329"/>
    <p:sldLayoutId id="2147484072" r:id="rId330"/>
    <p:sldLayoutId id="2147484073" r:id="rId331"/>
    <p:sldLayoutId id="2147484074" r:id="rId332"/>
    <p:sldLayoutId id="2147484075" r:id="rId333"/>
    <p:sldLayoutId id="2147484076" r:id="rId334"/>
    <p:sldLayoutId id="2147484077" r:id="rId335"/>
    <p:sldLayoutId id="2147484078" r:id="rId336"/>
    <p:sldLayoutId id="2147484079" r:id="rId337"/>
    <p:sldLayoutId id="2147484080" r:id="rId338"/>
    <p:sldLayoutId id="2147484081" r:id="rId339"/>
    <p:sldLayoutId id="2147484082" r:id="rId340"/>
    <p:sldLayoutId id="2147484083" r:id="rId341"/>
    <p:sldLayoutId id="2147484084" r:id="rId342"/>
    <p:sldLayoutId id="2147484085" r:id="rId343"/>
    <p:sldLayoutId id="2147484086" r:id="rId344"/>
    <p:sldLayoutId id="2147484087" r:id="rId345"/>
    <p:sldLayoutId id="2147484088" r:id="rId346"/>
    <p:sldLayoutId id="2147484089" r:id="rId347"/>
    <p:sldLayoutId id="2147484090" r:id="rId348"/>
    <p:sldLayoutId id="2147484091" r:id="rId349"/>
    <p:sldLayoutId id="2147484092" r:id="rId350"/>
    <p:sldLayoutId id="2147484093" r:id="rId351"/>
    <p:sldLayoutId id="2147484094" r:id="rId352"/>
    <p:sldLayoutId id="2147484095" r:id="rId353"/>
    <p:sldLayoutId id="2147484096" r:id="rId354"/>
    <p:sldLayoutId id="2147484097" r:id="rId355"/>
    <p:sldLayoutId id="2147484098" r:id="rId356"/>
    <p:sldLayoutId id="2147484099" r:id="rId357"/>
    <p:sldLayoutId id="2147484100" r:id="rId358"/>
    <p:sldLayoutId id="2147484101" r:id="rId359"/>
    <p:sldLayoutId id="2147484102" r:id="rId360"/>
    <p:sldLayoutId id="2147484103" r:id="rId361"/>
    <p:sldLayoutId id="2147484104" r:id="rId362"/>
    <p:sldLayoutId id="2147484105" r:id="rId363"/>
    <p:sldLayoutId id="2147484106" r:id="rId364"/>
    <p:sldLayoutId id="2147484107" r:id="rId365"/>
    <p:sldLayoutId id="2147484108" r:id="rId366"/>
    <p:sldLayoutId id="2147484109" r:id="rId367"/>
    <p:sldLayoutId id="2147484110" r:id="rId368"/>
    <p:sldLayoutId id="2147484111" r:id="rId369"/>
    <p:sldLayoutId id="2147484112" r:id="rId370"/>
    <p:sldLayoutId id="2147484113" r:id="rId371"/>
    <p:sldLayoutId id="2147484114" r:id="rId372"/>
    <p:sldLayoutId id="2147484115" r:id="rId373"/>
    <p:sldLayoutId id="2147484116" r:id="rId374"/>
    <p:sldLayoutId id="2147484117" r:id="rId375"/>
    <p:sldLayoutId id="2147484118" r:id="rId376"/>
    <p:sldLayoutId id="2147484119" r:id="rId377"/>
    <p:sldLayoutId id="2147484120" r:id="rId378"/>
    <p:sldLayoutId id="2147484121" r:id="rId379"/>
    <p:sldLayoutId id="2147484122" r:id="rId380"/>
    <p:sldLayoutId id="2147484123" r:id="rId381"/>
    <p:sldLayoutId id="2147484124" r:id="rId382"/>
    <p:sldLayoutId id="2147484125" r:id="rId383"/>
    <p:sldLayoutId id="2147484126" r:id="rId384"/>
    <p:sldLayoutId id="2147484127" r:id="rId385"/>
    <p:sldLayoutId id="2147484128" r:id="rId386"/>
    <p:sldLayoutId id="2147484129" r:id="rId387"/>
    <p:sldLayoutId id="2147484130" r:id="rId388"/>
    <p:sldLayoutId id="2147484131" r:id="rId389"/>
    <p:sldLayoutId id="2147484132" r:id="rId390"/>
    <p:sldLayoutId id="2147484133" r:id="rId391"/>
    <p:sldLayoutId id="2147484134" r:id="rId392"/>
    <p:sldLayoutId id="2147484135" r:id="rId393"/>
    <p:sldLayoutId id="2147484136" r:id="rId394"/>
    <p:sldLayoutId id="2147484137" r:id="rId395"/>
    <p:sldLayoutId id="2147484138" r:id="rId396"/>
    <p:sldLayoutId id="2147484139" r:id="rId397"/>
    <p:sldLayoutId id="2147484140" r:id="rId398"/>
    <p:sldLayoutId id="2147484141" r:id="rId399"/>
    <p:sldLayoutId id="2147484142" r:id="rId400"/>
    <p:sldLayoutId id="2147484143" r:id="rId401"/>
    <p:sldLayoutId id="2147484144" r:id="rId402"/>
    <p:sldLayoutId id="2147484145" r:id="rId403"/>
    <p:sldLayoutId id="2147484146" r:id="rId404"/>
    <p:sldLayoutId id="2147484147" r:id="rId405"/>
    <p:sldLayoutId id="2147484148" r:id="rId406"/>
    <p:sldLayoutId id="2147484149" r:id="rId407"/>
    <p:sldLayoutId id="2147484150" r:id="rId408"/>
    <p:sldLayoutId id="2147484151" r:id="rId409"/>
    <p:sldLayoutId id="2147484152" r:id="rId410"/>
    <p:sldLayoutId id="2147484153" r:id="rId411"/>
    <p:sldLayoutId id="2147484154" r:id="rId412"/>
    <p:sldLayoutId id="2147484155" r:id="rId413"/>
    <p:sldLayoutId id="2147484156" r:id="rId414"/>
    <p:sldLayoutId id="2147484157" r:id="rId415"/>
    <p:sldLayoutId id="2147484158" r:id="rId416"/>
    <p:sldLayoutId id="2147484159" r:id="rId417"/>
    <p:sldLayoutId id="2147484160" r:id="rId418"/>
    <p:sldLayoutId id="2147484161" r:id="rId419"/>
    <p:sldLayoutId id="2147484162" r:id="rId420"/>
    <p:sldLayoutId id="2147484163" r:id="rId421"/>
    <p:sldLayoutId id="2147484164" r:id="rId422"/>
    <p:sldLayoutId id="2147484165" r:id="rId423"/>
    <p:sldLayoutId id="2147484166" r:id="rId424"/>
    <p:sldLayoutId id="2147484167" r:id="rId425"/>
    <p:sldLayoutId id="2147484168" r:id="rId426"/>
    <p:sldLayoutId id="2147484169" r:id="rId427"/>
    <p:sldLayoutId id="2147484170" r:id="rId428"/>
    <p:sldLayoutId id="2147484171" r:id="rId429"/>
    <p:sldLayoutId id="2147484172" r:id="rId430"/>
    <p:sldLayoutId id="2147484173" r:id="rId431"/>
    <p:sldLayoutId id="2147484174" r:id="rId432"/>
    <p:sldLayoutId id="2147484175" r:id="rId433"/>
    <p:sldLayoutId id="2147484176" r:id="rId434"/>
    <p:sldLayoutId id="2147484177" r:id="rId435"/>
    <p:sldLayoutId id="2147484178" r:id="rId436"/>
    <p:sldLayoutId id="2147484179" r:id="rId437"/>
    <p:sldLayoutId id="2147484180" r:id="rId438"/>
    <p:sldLayoutId id="2147484181" r:id="rId439"/>
    <p:sldLayoutId id="2147484182" r:id="rId440"/>
    <p:sldLayoutId id="2147484183" r:id="rId441"/>
    <p:sldLayoutId id="2147484184" r:id="rId442"/>
    <p:sldLayoutId id="2147484185" r:id="rId443"/>
    <p:sldLayoutId id="2147484186" r:id="rId444"/>
    <p:sldLayoutId id="2147484187" r:id="rId445"/>
    <p:sldLayoutId id="2147484188" r:id="rId446"/>
    <p:sldLayoutId id="2147484189" r:id="rId447"/>
    <p:sldLayoutId id="2147484190" r:id="rId448"/>
    <p:sldLayoutId id="2147484191" r:id="rId449"/>
    <p:sldLayoutId id="2147484192" r:id="rId450"/>
    <p:sldLayoutId id="2147484193" r:id="rId451"/>
    <p:sldLayoutId id="2147484194" r:id="rId452"/>
    <p:sldLayoutId id="2147484195" r:id="rId453"/>
    <p:sldLayoutId id="2147484196" r:id="rId454"/>
    <p:sldLayoutId id="2147484197" r:id="rId455"/>
    <p:sldLayoutId id="2147484198" r:id="rId456"/>
    <p:sldLayoutId id="2147484199" r:id="rId457"/>
    <p:sldLayoutId id="2147484200" r:id="rId458"/>
    <p:sldLayoutId id="2147484201" r:id="rId459"/>
    <p:sldLayoutId id="2147484202" r:id="rId460"/>
    <p:sldLayoutId id="2147484203" r:id="rId461"/>
    <p:sldLayoutId id="2147484204" r:id="rId462"/>
    <p:sldLayoutId id="2147484205" r:id="rId463"/>
    <p:sldLayoutId id="2147484206" r:id="rId464"/>
    <p:sldLayoutId id="2147484207" r:id="rId465"/>
    <p:sldLayoutId id="2147484208" r:id="rId466"/>
    <p:sldLayoutId id="2147484209" r:id="rId467"/>
    <p:sldLayoutId id="2147484210" r:id="rId468"/>
    <p:sldLayoutId id="2147484211" r:id="rId469"/>
    <p:sldLayoutId id="2147484212" r:id="rId470"/>
    <p:sldLayoutId id="2147484213" r:id="rId471"/>
    <p:sldLayoutId id="2147484214" r:id="rId472"/>
    <p:sldLayoutId id="2147484215" r:id="rId473"/>
    <p:sldLayoutId id="2147484216" r:id="rId474"/>
    <p:sldLayoutId id="2147484217" r:id="rId475"/>
    <p:sldLayoutId id="2147484218" r:id="rId476"/>
    <p:sldLayoutId id="2147484219" r:id="rId477"/>
    <p:sldLayoutId id="2147484220" r:id="rId478"/>
    <p:sldLayoutId id="2147484221" r:id="rId479"/>
    <p:sldLayoutId id="2147484222" r:id="rId480"/>
    <p:sldLayoutId id="2147484223" r:id="rId481"/>
    <p:sldLayoutId id="2147484224" r:id="rId482"/>
    <p:sldLayoutId id="2147484225" r:id="rId483"/>
    <p:sldLayoutId id="2147484226" r:id="rId484"/>
    <p:sldLayoutId id="2147484227" r:id="rId485"/>
    <p:sldLayoutId id="2147484228" r:id="rId486"/>
    <p:sldLayoutId id="2147484229" r:id="rId487"/>
    <p:sldLayoutId id="2147484230" r:id="rId488"/>
    <p:sldLayoutId id="2147484231" r:id="rId489"/>
    <p:sldLayoutId id="2147484232" r:id="rId490"/>
    <p:sldLayoutId id="2147484233" r:id="rId491"/>
    <p:sldLayoutId id="2147484234" r:id="rId492"/>
    <p:sldLayoutId id="2147484235" r:id="rId493"/>
    <p:sldLayoutId id="2147484236" r:id="rId494"/>
    <p:sldLayoutId id="2147484237" r:id="rId495"/>
    <p:sldLayoutId id="2147484238" r:id="rId496"/>
    <p:sldLayoutId id="2147484239" r:id="rId497"/>
    <p:sldLayoutId id="2147484240" r:id="rId498"/>
    <p:sldLayoutId id="2147484241" r:id="rId499"/>
    <p:sldLayoutId id="2147484242" r:id="rId500"/>
    <p:sldLayoutId id="2147484243" r:id="rId501"/>
    <p:sldLayoutId id="2147484244" r:id="rId502"/>
    <p:sldLayoutId id="2147484245" r:id="rId503"/>
    <p:sldLayoutId id="2147484246" r:id="rId504"/>
    <p:sldLayoutId id="2147484247" r:id="rId505"/>
    <p:sldLayoutId id="2147484248" r:id="rId506"/>
    <p:sldLayoutId id="2147484249" r:id="rId507"/>
    <p:sldLayoutId id="2147484250" r:id="rId508"/>
    <p:sldLayoutId id="2147484251" r:id="rId509"/>
    <p:sldLayoutId id="2147484252" r:id="rId510"/>
    <p:sldLayoutId id="2147484253" r:id="rId511"/>
    <p:sldLayoutId id="2147484254" r:id="rId512"/>
    <p:sldLayoutId id="2147484255" r:id="rId513"/>
    <p:sldLayoutId id="2147484256" r:id="rId514"/>
    <p:sldLayoutId id="2147484257" r:id="rId515"/>
    <p:sldLayoutId id="2147484258" r:id="rId516"/>
    <p:sldLayoutId id="2147484259" r:id="rId517"/>
    <p:sldLayoutId id="2147484260" r:id="rId518"/>
    <p:sldLayoutId id="2147484261" r:id="rId519"/>
    <p:sldLayoutId id="2147484262" r:id="rId520"/>
    <p:sldLayoutId id="2147484263" r:id="rId521"/>
    <p:sldLayoutId id="2147484264" r:id="rId522"/>
    <p:sldLayoutId id="2147484265" r:id="rId523"/>
    <p:sldLayoutId id="2147484266" r:id="rId524"/>
    <p:sldLayoutId id="2147484267" r:id="rId525"/>
    <p:sldLayoutId id="2147484268" r:id="rId526"/>
    <p:sldLayoutId id="2147484269" r:id="rId527"/>
    <p:sldLayoutId id="2147484270" r:id="rId528"/>
    <p:sldLayoutId id="2147484271" r:id="rId529"/>
    <p:sldLayoutId id="2147484272" r:id="rId530"/>
    <p:sldLayoutId id="2147484273" r:id="rId531"/>
    <p:sldLayoutId id="2147484274" r:id="rId532"/>
    <p:sldLayoutId id="2147484275" r:id="rId533"/>
    <p:sldLayoutId id="2147484276" r:id="rId534"/>
    <p:sldLayoutId id="2147484277" r:id="rId535"/>
    <p:sldLayoutId id="2147484278" r:id="rId536"/>
    <p:sldLayoutId id="2147484279" r:id="rId537"/>
    <p:sldLayoutId id="2147484280" r:id="rId538"/>
    <p:sldLayoutId id="2147484281" r:id="rId539"/>
    <p:sldLayoutId id="2147484282" r:id="rId540"/>
    <p:sldLayoutId id="2147484283" r:id="rId541"/>
    <p:sldLayoutId id="2147484284" r:id="rId542"/>
    <p:sldLayoutId id="2147484285" r:id="rId543"/>
    <p:sldLayoutId id="2147484286" r:id="rId544"/>
    <p:sldLayoutId id="2147484287" r:id="rId545"/>
    <p:sldLayoutId id="2147484288" r:id="rId546"/>
    <p:sldLayoutId id="2147484289" r:id="rId547"/>
    <p:sldLayoutId id="2147484290" r:id="rId548"/>
    <p:sldLayoutId id="2147484291" r:id="rId549"/>
    <p:sldLayoutId id="2147484292" r:id="rId550"/>
    <p:sldLayoutId id="2147484293" r:id="rId551"/>
    <p:sldLayoutId id="2147484294" r:id="rId552"/>
    <p:sldLayoutId id="2147484295" r:id="rId553"/>
    <p:sldLayoutId id="2147484296" r:id="rId554"/>
    <p:sldLayoutId id="2147484297" r:id="rId555"/>
    <p:sldLayoutId id="2147484298" r:id="rId556"/>
    <p:sldLayoutId id="2147484299" r:id="rId557"/>
    <p:sldLayoutId id="2147484300" r:id="rId558"/>
    <p:sldLayoutId id="2147484301" r:id="rId559"/>
    <p:sldLayoutId id="2147484302" r:id="rId560"/>
    <p:sldLayoutId id="2147484303" r:id="rId561"/>
    <p:sldLayoutId id="2147484304" r:id="rId562"/>
    <p:sldLayoutId id="2147484305" r:id="rId563"/>
    <p:sldLayoutId id="2147484306" r:id="rId564"/>
    <p:sldLayoutId id="2147484307" r:id="rId565"/>
    <p:sldLayoutId id="2147484308" r:id="rId566"/>
    <p:sldLayoutId id="2147484309" r:id="rId567"/>
    <p:sldLayoutId id="2147484310" r:id="rId568"/>
    <p:sldLayoutId id="2147484311" r:id="rId569"/>
    <p:sldLayoutId id="2147484312" r:id="rId570"/>
    <p:sldLayoutId id="2147484313" r:id="rId571"/>
    <p:sldLayoutId id="2147484314" r:id="rId572"/>
    <p:sldLayoutId id="2147484315" r:id="rId573"/>
    <p:sldLayoutId id="2147484316" r:id="rId574"/>
    <p:sldLayoutId id="2147484317" r:id="rId575"/>
    <p:sldLayoutId id="2147484318" r:id="rId576"/>
    <p:sldLayoutId id="2147484319" r:id="rId577"/>
    <p:sldLayoutId id="2147484320" r:id="rId578"/>
    <p:sldLayoutId id="2147484321" r:id="rId579"/>
    <p:sldLayoutId id="2147484322" r:id="rId580"/>
    <p:sldLayoutId id="2147484323" r:id="rId581"/>
    <p:sldLayoutId id="2147484324" r:id="rId582"/>
    <p:sldLayoutId id="2147484325" r:id="rId583"/>
    <p:sldLayoutId id="2147484326" r:id="rId584"/>
    <p:sldLayoutId id="2147484327" r:id="rId585"/>
    <p:sldLayoutId id="2147484328" r:id="rId586"/>
    <p:sldLayoutId id="2147484329" r:id="rId587"/>
    <p:sldLayoutId id="2147484330" r:id="rId588"/>
    <p:sldLayoutId id="2147484331" r:id="rId589"/>
    <p:sldLayoutId id="2147484332" r:id="rId590"/>
    <p:sldLayoutId id="2147484333" r:id="rId591"/>
    <p:sldLayoutId id="2147484334" r:id="rId592"/>
    <p:sldLayoutId id="2147484335" r:id="rId593"/>
    <p:sldLayoutId id="2147484336" r:id="rId594"/>
    <p:sldLayoutId id="2147484337" r:id="rId595"/>
    <p:sldLayoutId id="2147484338" r:id="rId596"/>
    <p:sldLayoutId id="2147484339" r:id="rId597"/>
    <p:sldLayoutId id="2147484340" r:id="rId598"/>
    <p:sldLayoutId id="2147484341" r:id="rId599"/>
    <p:sldLayoutId id="2147484342" r:id="rId600"/>
    <p:sldLayoutId id="2147484343" r:id="rId601"/>
    <p:sldLayoutId id="2147484344" r:id="rId602"/>
    <p:sldLayoutId id="2147484345" r:id="rId603"/>
    <p:sldLayoutId id="2147484346" r:id="rId604"/>
    <p:sldLayoutId id="2147484347" r:id="rId605"/>
    <p:sldLayoutId id="2147484348" r:id="rId606"/>
    <p:sldLayoutId id="2147484349" r:id="rId607"/>
    <p:sldLayoutId id="2147484350" r:id="rId608"/>
    <p:sldLayoutId id="2147484351" r:id="rId609"/>
    <p:sldLayoutId id="2147484352" r:id="rId610"/>
    <p:sldLayoutId id="2147484353" r:id="rId611"/>
    <p:sldLayoutId id="2147484354" r:id="rId612"/>
    <p:sldLayoutId id="2147484355" r:id="rId613"/>
    <p:sldLayoutId id="2147484356" r:id="rId614"/>
    <p:sldLayoutId id="2147484357" r:id="rId615"/>
    <p:sldLayoutId id="2147484358" r:id="rId616"/>
    <p:sldLayoutId id="2147484359" r:id="rId617"/>
    <p:sldLayoutId id="2147484360" r:id="rId618"/>
    <p:sldLayoutId id="2147484361" r:id="rId619"/>
    <p:sldLayoutId id="2147484362" r:id="rId620"/>
    <p:sldLayoutId id="2147484363" r:id="rId621"/>
    <p:sldLayoutId id="2147484364" r:id="rId622"/>
    <p:sldLayoutId id="2147484365" r:id="rId623"/>
    <p:sldLayoutId id="2147484366" r:id="rId624"/>
    <p:sldLayoutId id="2147484367" r:id="rId625"/>
    <p:sldLayoutId id="2147484368" r:id="rId626"/>
    <p:sldLayoutId id="2147484369" r:id="rId627"/>
    <p:sldLayoutId id="2147484370" r:id="rId628"/>
    <p:sldLayoutId id="2147484371" r:id="rId629"/>
    <p:sldLayoutId id="2147484372" r:id="rId630"/>
    <p:sldLayoutId id="2147484373" r:id="rId631"/>
    <p:sldLayoutId id="2147484374" r:id="rId632"/>
    <p:sldLayoutId id="2147484375" r:id="rId633"/>
    <p:sldLayoutId id="2147484376" r:id="rId634"/>
    <p:sldLayoutId id="2147484377" r:id="rId635"/>
    <p:sldLayoutId id="2147484378" r:id="rId636"/>
    <p:sldLayoutId id="2147484379" r:id="rId637"/>
    <p:sldLayoutId id="2147484380" r:id="rId638"/>
    <p:sldLayoutId id="2147484381" r:id="rId639"/>
    <p:sldLayoutId id="2147484382" r:id="rId640"/>
    <p:sldLayoutId id="2147484383" r:id="rId641"/>
    <p:sldLayoutId id="2147484384" r:id="rId642"/>
    <p:sldLayoutId id="2147484385" r:id="rId643"/>
    <p:sldLayoutId id="2147484386" r:id="rId644"/>
    <p:sldLayoutId id="2147484387" r:id="rId645"/>
    <p:sldLayoutId id="2147484388" r:id="rId646"/>
    <p:sldLayoutId id="2147484389" r:id="rId647"/>
    <p:sldLayoutId id="2147484390" r:id="rId648"/>
    <p:sldLayoutId id="2147484391" r:id="rId649"/>
    <p:sldLayoutId id="2147484392" r:id="rId650"/>
    <p:sldLayoutId id="2147484393" r:id="rId651"/>
    <p:sldLayoutId id="2147484394" r:id="rId652"/>
    <p:sldLayoutId id="2147484395" r:id="rId653"/>
    <p:sldLayoutId id="2147484396" r:id="rId654"/>
    <p:sldLayoutId id="2147484397" r:id="rId655"/>
    <p:sldLayoutId id="2147484398" r:id="rId656"/>
    <p:sldLayoutId id="2147484399" r:id="rId657"/>
    <p:sldLayoutId id="2147484400" r:id="rId658"/>
    <p:sldLayoutId id="2147484401" r:id="rId659"/>
    <p:sldLayoutId id="2147484402" r:id="rId660"/>
    <p:sldLayoutId id="2147484403" r:id="rId661"/>
    <p:sldLayoutId id="2147484404" r:id="rId662"/>
    <p:sldLayoutId id="2147484405" r:id="rId663"/>
    <p:sldLayoutId id="2147484406" r:id="rId664"/>
    <p:sldLayoutId id="2147484407" r:id="rId665"/>
    <p:sldLayoutId id="2147484408" r:id="rId666"/>
    <p:sldLayoutId id="2147484409" r:id="rId667"/>
    <p:sldLayoutId id="2147484410" r:id="rId668"/>
    <p:sldLayoutId id="2147484411" r:id="rId669"/>
    <p:sldLayoutId id="2147484412" r:id="rId670"/>
    <p:sldLayoutId id="2147484413" r:id="rId671"/>
    <p:sldLayoutId id="2147484414" r:id="rId672"/>
    <p:sldLayoutId id="2147484415" r:id="rId673"/>
    <p:sldLayoutId id="2147484416" r:id="rId674"/>
    <p:sldLayoutId id="2147484417" r:id="rId675"/>
    <p:sldLayoutId id="2147484418" r:id="rId676"/>
    <p:sldLayoutId id="2147484419" r:id="rId677"/>
    <p:sldLayoutId id="2147484420" r:id="rId678"/>
    <p:sldLayoutId id="2147484421" r:id="rId679"/>
    <p:sldLayoutId id="2147484422" r:id="rId680"/>
    <p:sldLayoutId id="2147484423" r:id="rId681"/>
    <p:sldLayoutId id="2147484424" r:id="rId682"/>
    <p:sldLayoutId id="2147484425" r:id="rId683"/>
    <p:sldLayoutId id="2147484426" r:id="rId684"/>
    <p:sldLayoutId id="2147484427" r:id="rId685"/>
    <p:sldLayoutId id="2147484428" r:id="rId686"/>
    <p:sldLayoutId id="2147484429" r:id="rId687"/>
    <p:sldLayoutId id="2147484430" r:id="rId688"/>
    <p:sldLayoutId id="2147484431" r:id="rId689"/>
    <p:sldLayoutId id="2147484432" r:id="rId690"/>
    <p:sldLayoutId id="2147484433" r:id="rId691"/>
    <p:sldLayoutId id="2147484434" r:id="rId692"/>
    <p:sldLayoutId id="2147484435" r:id="rId693"/>
    <p:sldLayoutId id="2147484436" r:id="rId694"/>
    <p:sldLayoutId id="2147484437" r:id="rId695"/>
    <p:sldLayoutId id="2147484438" r:id="rId696"/>
    <p:sldLayoutId id="2147484439" r:id="rId697"/>
    <p:sldLayoutId id="2147484440" r:id="rId698"/>
    <p:sldLayoutId id="2147484441" r:id="rId699"/>
    <p:sldLayoutId id="2147484442" r:id="rId700"/>
    <p:sldLayoutId id="2147484443" r:id="rId701"/>
    <p:sldLayoutId id="2147484444" r:id="rId702"/>
    <p:sldLayoutId id="2147484445" r:id="rId703"/>
    <p:sldLayoutId id="2147484446" r:id="rId704"/>
    <p:sldLayoutId id="2147484447" r:id="rId705"/>
    <p:sldLayoutId id="2147484448" r:id="rId706"/>
    <p:sldLayoutId id="2147484449" r:id="rId707"/>
    <p:sldLayoutId id="2147484450" r:id="rId708"/>
    <p:sldLayoutId id="2147484451" r:id="rId709"/>
    <p:sldLayoutId id="2147484452" r:id="rId710"/>
    <p:sldLayoutId id="2147484453" r:id="rId711"/>
    <p:sldLayoutId id="2147484454" r:id="rId712"/>
    <p:sldLayoutId id="2147484455" r:id="rId713"/>
    <p:sldLayoutId id="2147484456" r:id="rId714"/>
    <p:sldLayoutId id="2147484457" r:id="rId715"/>
    <p:sldLayoutId id="2147484458" r:id="rId716"/>
    <p:sldLayoutId id="2147484459" r:id="rId717"/>
    <p:sldLayoutId id="2147484460" r:id="rId718"/>
    <p:sldLayoutId id="2147484461" r:id="rId719"/>
    <p:sldLayoutId id="2147484462" r:id="rId720"/>
    <p:sldLayoutId id="2147484463" r:id="rId721"/>
    <p:sldLayoutId id="2147484464" r:id="rId722"/>
    <p:sldLayoutId id="2147484465" r:id="rId723"/>
    <p:sldLayoutId id="2147484466" r:id="rId724"/>
    <p:sldLayoutId id="2147484467" r:id="rId725"/>
    <p:sldLayoutId id="2147484468" r:id="rId726"/>
    <p:sldLayoutId id="2147484469" r:id="rId727"/>
    <p:sldLayoutId id="2147484470" r:id="rId728"/>
    <p:sldLayoutId id="2147484471" r:id="rId729"/>
    <p:sldLayoutId id="2147484472" r:id="rId730"/>
    <p:sldLayoutId id="2147484473" r:id="rId731"/>
    <p:sldLayoutId id="2147484474" r:id="rId732"/>
    <p:sldLayoutId id="2147484475" r:id="rId733"/>
    <p:sldLayoutId id="2147484476" r:id="rId734"/>
    <p:sldLayoutId id="2147484477" r:id="rId735"/>
    <p:sldLayoutId id="2147484478" r:id="rId736"/>
    <p:sldLayoutId id="2147484479" r:id="rId737"/>
    <p:sldLayoutId id="2147484480" r:id="rId738"/>
    <p:sldLayoutId id="2147484481" r:id="rId739"/>
    <p:sldLayoutId id="2147484482" r:id="rId740"/>
    <p:sldLayoutId id="2147484483" r:id="rId741"/>
    <p:sldLayoutId id="2147484484" r:id="rId742"/>
    <p:sldLayoutId id="2147484485" r:id="rId743"/>
    <p:sldLayoutId id="2147484486" r:id="rId744"/>
    <p:sldLayoutId id="2147484487" r:id="rId745"/>
    <p:sldLayoutId id="2147484488" r:id="rId746"/>
    <p:sldLayoutId id="2147484489" r:id="rId747"/>
    <p:sldLayoutId id="2147484490" r:id="rId748"/>
    <p:sldLayoutId id="2147484491" r:id="rId749"/>
    <p:sldLayoutId id="2147484492" r:id="rId750"/>
    <p:sldLayoutId id="2147484493" r:id="rId751"/>
    <p:sldLayoutId id="2147484494" r:id="rId752"/>
    <p:sldLayoutId id="2147484495" r:id="rId753"/>
    <p:sldLayoutId id="2147484496" r:id="rId754"/>
    <p:sldLayoutId id="2147484497" r:id="rId755"/>
    <p:sldLayoutId id="2147484498" r:id="rId756"/>
    <p:sldLayoutId id="2147484499" r:id="rId757"/>
    <p:sldLayoutId id="2147484500" r:id="rId758"/>
    <p:sldLayoutId id="2147484501" r:id="rId759"/>
    <p:sldLayoutId id="2147484502" r:id="rId760"/>
    <p:sldLayoutId id="2147484503" r:id="rId761"/>
    <p:sldLayoutId id="2147484504" r:id="rId762"/>
    <p:sldLayoutId id="2147484505" r:id="rId763"/>
    <p:sldLayoutId id="2147484506" r:id="rId764"/>
    <p:sldLayoutId id="2147484507" r:id="rId765"/>
    <p:sldLayoutId id="2147484508" r:id="rId766"/>
    <p:sldLayoutId id="2147484509" r:id="rId767"/>
    <p:sldLayoutId id="2147484510" r:id="rId768"/>
    <p:sldLayoutId id="2147484511" r:id="rId769"/>
    <p:sldLayoutId id="2147484512" r:id="rId770"/>
    <p:sldLayoutId id="2147484513" r:id="rId771"/>
    <p:sldLayoutId id="2147484514" r:id="rId772"/>
    <p:sldLayoutId id="2147484515" r:id="rId773"/>
    <p:sldLayoutId id="2147484516" r:id="rId774"/>
    <p:sldLayoutId id="2147484517" r:id="rId775"/>
    <p:sldLayoutId id="2147484518" r:id="rId776"/>
    <p:sldLayoutId id="2147484519" r:id="rId777"/>
    <p:sldLayoutId id="2147484520" r:id="rId778"/>
    <p:sldLayoutId id="2147484521" r:id="rId779"/>
    <p:sldLayoutId id="2147484522" r:id="rId780"/>
    <p:sldLayoutId id="2147484523" r:id="rId781"/>
    <p:sldLayoutId id="2147484524" r:id="rId782"/>
    <p:sldLayoutId id="2147484525" r:id="rId783"/>
    <p:sldLayoutId id="2147484526" r:id="rId784"/>
    <p:sldLayoutId id="2147484527" r:id="rId785"/>
    <p:sldLayoutId id="2147484528" r:id="rId786"/>
    <p:sldLayoutId id="2147484529" r:id="rId787"/>
    <p:sldLayoutId id="2147484530" r:id="rId788"/>
    <p:sldLayoutId id="2147484531" r:id="rId789"/>
    <p:sldLayoutId id="2147484532" r:id="rId790"/>
    <p:sldLayoutId id="2147484533" r:id="rId791"/>
    <p:sldLayoutId id="2147484534" r:id="rId792"/>
    <p:sldLayoutId id="2147484535" r:id="rId793"/>
    <p:sldLayoutId id="2147484536" r:id="rId794"/>
    <p:sldLayoutId id="2147484537" r:id="rId795"/>
    <p:sldLayoutId id="2147484538" r:id="rId796"/>
    <p:sldLayoutId id="2147484539" r:id="rId797"/>
    <p:sldLayoutId id="2147484540" r:id="rId798"/>
    <p:sldLayoutId id="2147484541" r:id="rId799"/>
    <p:sldLayoutId id="2147484542" r:id="rId800"/>
    <p:sldLayoutId id="2147484543" r:id="rId801"/>
    <p:sldLayoutId id="2147484544" r:id="rId802"/>
    <p:sldLayoutId id="2147484545" r:id="rId803"/>
    <p:sldLayoutId id="2147484546" r:id="rId804"/>
    <p:sldLayoutId id="2147484547" r:id="rId805"/>
    <p:sldLayoutId id="2147484548" r:id="rId806"/>
    <p:sldLayoutId id="2147484549" r:id="rId807"/>
    <p:sldLayoutId id="2147484550" r:id="rId808"/>
    <p:sldLayoutId id="2147484551" r:id="rId809"/>
    <p:sldLayoutId id="2147484552" r:id="rId810"/>
    <p:sldLayoutId id="2147484553" r:id="rId811"/>
    <p:sldLayoutId id="2147484554" r:id="rId812"/>
    <p:sldLayoutId id="2147484555" r:id="rId813"/>
    <p:sldLayoutId id="2147484556" r:id="rId814"/>
    <p:sldLayoutId id="2147484557" r:id="rId815"/>
    <p:sldLayoutId id="2147484558" r:id="rId816"/>
    <p:sldLayoutId id="2147484559" r:id="rId817"/>
    <p:sldLayoutId id="2147484560" r:id="rId818"/>
    <p:sldLayoutId id="2147484561" r:id="rId819"/>
    <p:sldLayoutId id="2147484562" r:id="rId820"/>
    <p:sldLayoutId id="2147484563" r:id="rId821"/>
    <p:sldLayoutId id="2147484564" r:id="rId822"/>
    <p:sldLayoutId id="2147484565" r:id="rId823"/>
    <p:sldLayoutId id="2147484566" r:id="rId824"/>
    <p:sldLayoutId id="2147484567" r:id="rId825"/>
    <p:sldLayoutId id="2147484568" r:id="rId826"/>
    <p:sldLayoutId id="2147484569" r:id="rId827"/>
    <p:sldLayoutId id="2147484570" r:id="rId828"/>
    <p:sldLayoutId id="2147484571" r:id="rId829"/>
    <p:sldLayoutId id="2147484572" r:id="rId830"/>
    <p:sldLayoutId id="2147484573" r:id="rId831"/>
    <p:sldLayoutId id="2147484574" r:id="rId832"/>
    <p:sldLayoutId id="2147484575" r:id="rId833"/>
    <p:sldLayoutId id="2147484576" r:id="rId834"/>
    <p:sldLayoutId id="2147484577" r:id="rId835"/>
    <p:sldLayoutId id="2147484578" r:id="rId836"/>
    <p:sldLayoutId id="2147484579" r:id="rId837"/>
    <p:sldLayoutId id="2147484580" r:id="rId838"/>
    <p:sldLayoutId id="2147484581" r:id="rId839"/>
    <p:sldLayoutId id="2147484582" r:id="rId840"/>
    <p:sldLayoutId id="2147484583" r:id="rId841"/>
    <p:sldLayoutId id="2147484584" r:id="rId842"/>
    <p:sldLayoutId id="2147484585" r:id="rId843"/>
    <p:sldLayoutId id="2147484586" r:id="rId844"/>
    <p:sldLayoutId id="2147484587" r:id="rId845"/>
    <p:sldLayoutId id="2147484588" r:id="rId846"/>
    <p:sldLayoutId id="2147484589" r:id="rId847"/>
    <p:sldLayoutId id="2147484590" r:id="rId848"/>
    <p:sldLayoutId id="2147484591" r:id="rId849"/>
    <p:sldLayoutId id="2147484592" r:id="rId850"/>
    <p:sldLayoutId id="2147484593" r:id="rId851"/>
    <p:sldLayoutId id="2147484594" r:id="rId852"/>
    <p:sldLayoutId id="2147484595" r:id="rId853"/>
    <p:sldLayoutId id="2147484596" r:id="rId854"/>
    <p:sldLayoutId id="2147484597" r:id="rId855"/>
    <p:sldLayoutId id="2147484598" r:id="rId856"/>
    <p:sldLayoutId id="2147484599" r:id="rId857"/>
    <p:sldLayoutId id="2147484600" r:id="rId858"/>
    <p:sldLayoutId id="2147484601" r:id="rId859"/>
    <p:sldLayoutId id="2147484602" r:id="rId860"/>
    <p:sldLayoutId id="2147484603" r:id="rId861"/>
    <p:sldLayoutId id="2147484604" r:id="rId862"/>
    <p:sldLayoutId id="2147484605" r:id="rId863"/>
    <p:sldLayoutId id="2147484606" r:id="rId864"/>
    <p:sldLayoutId id="2147484607" r:id="rId865"/>
    <p:sldLayoutId id="2147484608" r:id="rId866"/>
    <p:sldLayoutId id="2147484609" r:id="rId867"/>
    <p:sldLayoutId id="2147484610" r:id="rId868"/>
    <p:sldLayoutId id="2147484611" r:id="rId869"/>
    <p:sldLayoutId id="2147484612" r:id="rId870"/>
    <p:sldLayoutId id="2147484613" r:id="rId871"/>
    <p:sldLayoutId id="2147484614" r:id="rId87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138367B-E147-A97B-0D59-6438C5402EF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" y="0"/>
            <a:ext cx="12192000" cy="6858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FE471-4B1C-63F0-FBE2-104BDEFA09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95A1BD-EECA-BD42-DCDA-88165EDD9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234" y="1920391"/>
            <a:ext cx="5637229" cy="183622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Travelers (TRV)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Calibri" panose="020F0502020204030204" pitchFamily="34" charset="0"/>
              </a:rPr>
              <a:t>Research Document</a:t>
            </a:r>
            <a:br>
              <a:rPr lang="en-US" sz="4800" dirty="0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</a:rPr>
              <a:t>Feb-2026 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54A7C-8603-57E7-B288-E4FF6B9269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17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14A7-334E-C8C1-D1CC-1B12DB85D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AD688-EC94-2C49-0EA8-B1D494C857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1"/>
            <a:r>
              <a:rPr lang="en-US" b="1" dirty="0"/>
              <a:t>Travelers delivered record FY2025 results</a:t>
            </a:r>
            <a:r>
              <a:rPr lang="en-US" dirty="0"/>
              <a:t>: $6.3B net income (+26% YoY), 19.4% core ROE, and $10.6B operating cash flow, even amid $3.7B in catastrophe losses</a:t>
            </a:r>
          </a:p>
          <a:p>
            <a:pPr lvl="1"/>
            <a:r>
              <a:rPr lang="en-US" b="1" dirty="0"/>
              <a:t>The company has entered "Innovation 2.0"</a:t>
            </a:r>
            <a:r>
              <a:rPr lang="en-US" dirty="0"/>
              <a:t> — an AI-powered transformation phase — investing $1.5B+ in technology annually, with 20,000+ employees using AI tools and a new Anthropic partnership targeting 10,000 technical staff</a:t>
            </a:r>
          </a:p>
          <a:p>
            <a:pPr lvl="1"/>
            <a:r>
              <a:rPr lang="en-US" b="1" dirty="0"/>
              <a:t>Claims transformation is well underway</a:t>
            </a:r>
            <a:r>
              <a:rPr lang="en-US" dirty="0"/>
              <a:t>: 50%+ claims eligible for straight-through processing, Gen AI voice agent launched, and call centers consolidating from four to two in 2026</a:t>
            </a:r>
          </a:p>
          <a:p>
            <a:pPr lvl="1"/>
            <a:r>
              <a:rPr lang="en-US" b="1" dirty="0"/>
              <a:t>Key challenges persist</a:t>
            </a:r>
            <a:r>
              <a:rPr lang="en-US" dirty="0"/>
              <a:t>: rising catastrophe losses, deteriorating tort environment, competitive intensity in Personal Auto, and a flat expense ratio despite efficiency gains</a:t>
            </a:r>
          </a:p>
          <a:p>
            <a:pPr lvl="1"/>
            <a:r>
              <a:rPr lang="en-US" dirty="0"/>
              <a:t>Travelers self-describes as "</a:t>
            </a:r>
            <a:r>
              <a:rPr lang="en-US" b="1" dirty="0"/>
              <a:t>early in this transformation</a:t>
            </a:r>
            <a:r>
              <a:rPr lang="en-US" dirty="0"/>
              <a:t>" signaling significant runway for enterprise partnership opportunities across claims, underwriting, analytics, and digital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53F6-F558-37F4-3E92-5AF189A1EA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Key findings from analysis of TRV 10-K, Q4 2025 Earnings Call, and supporting financial disclosures</a:t>
            </a:r>
          </a:p>
        </p:txBody>
      </p:sp>
    </p:spTree>
    <p:extLst>
      <p:ext uri="{BB962C8B-B14F-4D97-AF65-F5344CB8AC3E}">
        <p14:creationId xmlns:p14="http://schemas.microsoft.com/office/powerpoint/2010/main" val="1248540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7FEC-A6A6-B67D-5E0B-6CE5CC85C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215727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0409-A8F2-2E9A-1211-1ABF9A3A4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Record Financial Performance Validates Strategic Direction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E9C33-2FB5-9DD2-9E40-95B813B60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1"/>
            <a:r>
              <a:rPr lang="en-US" dirty="0"/>
              <a:t>FY2025 net income of $6.3B (+26% YoY), core ROE of 19.4%, and $10.6B operating cash flow; EPS has grown at an average of 12% per year over the past decade ¹</a:t>
            </a:r>
          </a:p>
          <a:p>
            <a:pPr lvl="1"/>
            <a:r>
              <a:rPr lang="en-US" dirty="0"/>
              <a:t>Underlying underwriting income surged from $2.1B (2022) to $5.5B (2025) — a 160%+ increase in three years, with five consecutive quarters of combined ratio below 85% ²</a:t>
            </a:r>
          </a:p>
          <a:p>
            <a:pPr lvl="1"/>
            <a:r>
              <a:rPr lang="en-US" dirty="0"/>
              <a:t>Top-line compounded at 7% annually over the decade while the expense ratio improved ~3 points (10%), even as technology spending increased significantly ³</a:t>
            </a:r>
          </a:p>
          <a:p>
            <a:pPr lvl="1"/>
            <a:r>
              <a:rPr lang="en-US" dirty="0"/>
              <a:t>Investment portfolio now exceeds $101B; net investment income of $3.96B in 2025 provides a durable earnings floor ⁴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So What</a:t>
            </a:r>
            <a:r>
              <a:rPr lang="en-US" b="1" dirty="0">
                <a:solidFill>
                  <a:schemeClr val="accent3"/>
                </a:solidFill>
              </a:rPr>
              <a:t>: Travelers has financial capacity and executive mandate to invest in transformation — but the CEO has signaled efficiency gains are being reinvested, not yet flowing to bottom line. This creates opportunity for partners who can accelerate ROI realization.</a:t>
            </a:r>
          </a:p>
          <a:p>
            <a:r>
              <a:rPr lang="en-US" sz="900" dirty="0">
                <a:solidFill>
                  <a:schemeClr val="tx1">
                    <a:alpha val="60000"/>
                  </a:schemeClr>
                </a:solidFill>
              </a:rPr>
              <a:t>¹ TRV 10-K (12/31/2025), p. 60; Q4 2025 Press Release, p. 1   ² Q4 Earnings Transcript, pp. 5–6   ³ Q4 Earnings Transcript, pp. 3–4   ⁴ TRV 10-K, p. 60; Analyst Supplement, p.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3C150-687E-37DA-8856-ED60278A23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 decade of innovation has compounded into record earnings and industry-leading returns</a:t>
            </a:r>
          </a:p>
        </p:txBody>
      </p:sp>
    </p:spTree>
    <p:extLst>
      <p:ext uri="{BB962C8B-B14F-4D97-AF65-F5344CB8AC3E}">
        <p14:creationId xmlns:p14="http://schemas.microsoft.com/office/powerpoint/2010/main" val="277072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DED1-865F-9197-8E89-C5F791B463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Innovation 2.0: AI at Scale, But Still Early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DEDC-9996-886F-2E2E-F6EA361ACC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1"/>
            <a:r>
              <a:rPr lang="en-US" dirty="0"/>
              <a:t>$1.5B+ annual tech investment; dozens of Gen AI tools in production; 20,000+ employees using AI daily ¹</a:t>
            </a:r>
          </a:p>
          <a:p>
            <a:pPr lvl="1"/>
            <a:r>
              <a:rPr lang="en-US" dirty="0"/>
              <a:t>Anthropic partnership (Jan 2026) empowers 10,000 technical staff with AI assistance ²</a:t>
            </a:r>
          </a:p>
          <a:p>
            <a:pPr lvl="1"/>
            <a:r>
              <a:rPr lang="en-US" dirty="0"/>
              <a:t>Gen AI across value chain: voice agents for FNOL, submission intake reduced from hours to minutes ³</a:t>
            </a:r>
          </a:p>
          <a:p>
            <a:pPr lvl="1"/>
            <a:r>
              <a:rPr lang="en-US" dirty="0"/>
              <a:t>Agentic AI in operations today; quantum computing "not too far off" ⁴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So What</a:t>
            </a:r>
            <a:r>
              <a:rPr lang="en-US" b="1" dirty="0">
                <a:solidFill>
                  <a:schemeClr val="accent3"/>
                </a:solidFill>
              </a:rPr>
              <a:t>: Scale of ambition signals openness to partners who can accelerate delivery and fill gaps.</a:t>
            </a:r>
          </a:p>
          <a:p>
            <a:r>
              <a:rPr lang="en-US" sz="900" dirty="0">
                <a:solidFill>
                  <a:schemeClr val="tx1">
                    <a:alpha val="60000"/>
                  </a:schemeClr>
                </a:solidFill>
              </a:rPr>
              <a:t>¹ Q4 Press Release, p.1  ² Q4 Transcript, p.4  ³ Q4 Transcript, pp.4,8-9  ⁴ Q4 Transcript, pp.4-5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BCD53-DA0A-EB1D-AE81-4B3EB5A37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CEO Schnitzer: "Early in this transformation" — full benefits of Innovation 2.0 have yet to be realized</a:t>
            </a:r>
          </a:p>
        </p:txBody>
      </p:sp>
    </p:spTree>
    <p:extLst>
      <p:ext uri="{BB962C8B-B14F-4D97-AF65-F5344CB8AC3E}">
        <p14:creationId xmlns:p14="http://schemas.microsoft.com/office/powerpoint/2010/main" val="426486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E641-8A4E-D840-9314-91B223985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Claims Transformation: Significant Progress, Major Runway Ahead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CE84B-B914-37C1-7903-F39126B4C3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1"/>
            <a:r>
              <a:rPr lang="en-US" dirty="0"/>
              <a:t>50%+ of all claims now eligible for straight-through processing; customers adopt it ~2/3 of the time when eligible; an additional 15% processed with advanced digital tools ¹</a:t>
            </a:r>
          </a:p>
          <a:p>
            <a:pPr lvl="1"/>
            <a:r>
              <a:rPr lang="en-US" dirty="0"/>
              <a:t>Met target of closing 90% of catastrophe claims within 30 days in 2025; Gen AI voice agent for FNOL launched January 2026 with adoption exceeding expectations ²</a:t>
            </a:r>
          </a:p>
          <a:p>
            <a:pPr lvl="1"/>
            <a:r>
              <a:rPr lang="en-US" dirty="0"/>
              <a:t>Claim call center workforce already reduced by one-third; consolidation from four centers to two planned for 2026, enabled by AI and automation ³</a:t>
            </a:r>
          </a:p>
          <a:p>
            <a:pPr lvl="1"/>
            <a:r>
              <a:rPr lang="en-US" dirty="0"/>
              <a:t>AI-enabled predictive models score every property account; Gen AI consolidates data into underwriter-ready summaries, yielding 30%+ reduction in handle time ⁴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So What</a:t>
            </a:r>
            <a:r>
              <a:rPr lang="en-US" b="1" dirty="0">
                <a:solidFill>
                  <a:schemeClr val="accent3"/>
                </a:solidFill>
              </a:rPr>
              <a:t>: ~50% of claims still require human handling, and call center consolidation is imminent. This is a live transformation in flight — an ideal window for EXL to offer claims analytics, process automation, and operational support.</a:t>
            </a:r>
          </a:p>
          <a:p>
            <a:r>
              <a:rPr lang="en-US" sz="900" dirty="0">
                <a:solidFill>
                  <a:schemeClr val="tx1">
                    <a:alpha val="60000"/>
                  </a:schemeClr>
                </a:solidFill>
              </a:rPr>
              <a:t>¹ Q4 Earnings Transcript, pp. 4–5   ² Q4 Earnings Transcript, pp. 4–5   ³ Q4 Earnings Transcript, p. 5   ⁴ Q4 Earnings Transcript, pp. 8, 11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47FDD-F6A7-6198-38A3-F462F6B830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1.5M annual claims processed (~1 every 20 seconds); $23B+ in annual claim payments</a:t>
            </a:r>
          </a:p>
        </p:txBody>
      </p:sp>
    </p:spTree>
    <p:extLst>
      <p:ext uri="{BB962C8B-B14F-4D97-AF65-F5344CB8AC3E}">
        <p14:creationId xmlns:p14="http://schemas.microsoft.com/office/powerpoint/2010/main" val="27488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F253-8585-94F2-F185-CF962EBE2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Challenges Creating Demand for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F3E58-7100-0D41-290D-1CB8A9C056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Catastrophe Exposure</a:t>
            </a:r>
          </a:p>
          <a:p>
            <a:pPr lvl="1"/>
            <a:r>
              <a:rPr lang="en-US" dirty="0"/>
              <a:t>Pre-tax cat losses: $2.99B (2023) → $3.34B (2024) → $3.69B (2025) — clear upward trend ¹</a:t>
            </a:r>
          </a:p>
          <a:p>
            <a:pPr lvl="1"/>
            <a:r>
              <a:rPr lang="en-US" dirty="0"/>
              <a:t>2026 cat plan: 7.8 points on combined ratio; climate-driven events may trigger rating agency capital increases ²</a:t>
            </a:r>
          </a:p>
          <a:p>
            <a:r>
              <a:rPr lang="en-US" b="1" dirty="0"/>
              <a:t>Deteriorating Tort Environment</a:t>
            </a:r>
          </a:p>
          <a:p>
            <a:pPr lvl="1"/>
            <a:r>
              <a:rPr lang="en-US" dirty="0"/>
              <a:t>Increased attorney involvement, expanded liability theories, higher jury awards, and third-party litigation finance ³</a:t>
            </a:r>
          </a:p>
          <a:p>
            <a:pPr lvl="1"/>
            <a:r>
              <a:rPr lang="en-US" dirty="0"/>
              <a:t>Creates uncertainty in loss reserve adequacy; CEO: "more work to do" ³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C37DE-BA45-B607-9851-76554BD41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Competitive Intensity</a:t>
            </a:r>
          </a:p>
          <a:p>
            <a:pPr lvl="1"/>
            <a:r>
              <a:rPr lang="en-US" dirty="0"/>
              <a:t>~1,100 P&amp;C groups (~2,600 companies); new entrants in Personal Auto intensifying independent agency competition ⁴</a:t>
            </a:r>
          </a:p>
          <a:p>
            <a:pPr lvl="1"/>
            <a:r>
              <a:rPr lang="en-US" dirty="0"/>
              <a:t>Personal Auto policy count declining; need to rebuild while preserving profitable mix ⁵</a:t>
            </a:r>
          </a:p>
          <a:p>
            <a:r>
              <a:rPr lang="en-US" b="1" dirty="0"/>
              <a:t>Flat Expense Ratio Despite Efficiency</a:t>
            </a:r>
          </a:p>
          <a:p>
            <a:pPr lvl="1"/>
            <a:r>
              <a:rPr lang="en-US" dirty="0"/>
              <a:t>Expense ratio guidance flat at ~28.5% for 2026; analyst pressure for "structural shift" ⁶</a:t>
            </a:r>
          </a:p>
          <a:p>
            <a:pPr lvl="1"/>
            <a:r>
              <a:rPr lang="en-US" dirty="0"/>
              <a:t>Gains reinvested into capabilities rather than flowing to bottom line ⁶</a:t>
            </a:r>
          </a:p>
          <a:p>
            <a:r>
              <a:rPr lang="en-US" sz="900" dirty="0">
                <a:solidFill>
                  <a:schemeClr val="tx1">
                    <a:alpha val="60000"/>
                  </a:schemeClr>
                </a:solidFill>
              </a:rPr>
              <a:t>¹ TRV 10-K, pp. 42, 173  ² Analyst Supplement, p. 5  ³ Q4 Transcript, p. 19; 10-K, p. 40  ⁴ 10-K, pp. 2–3  ⁵ Q4 Transcript, pp. 18–19  ⁶ Q4 Transcript, pp. 12–13</a:t>
            </a:r>
          </a:p>
        </p:txBody>
      </p:sp>
    </p:spTree>
    <p:extLst>
      <p:ext uri="{BB962C8B-B14F-4D97-AF65-F5344CB8AC3E}">
        <p14:creationId xmlns:p14="http://schemas.microsoft.com/office/powerpoint/2010/main" val="1569274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4B4D-B4A4-F242-33DE-F0A6DEDD1D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Outstanding Objectives Signal Partnership Opportunities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14476-D311-42A3-93E6-55B376D04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1"/>
            <a:r>
              <a:rPr lang="en-US" b="1" dirty="0"/>
              <a:t>Scaling Innovation 2.0: </a:t>
            </a:r>
            <a:r>
              <a:rPr lang="en-US" dirty="0"/>
              <a:t>Anthropic partnership in early deployment for 10,000 staff; full AI benefits "yet to be realized"; quantum computing on horizon ¹</a:t>
            </a:r>
          </a:p>
          <a:p>
            <a:pPr lvl="1"/>
            <a:r>
              <a:rPr lang="en-US" b="1" dirty="0"/>
              <a:t>Expense Ratio Breakthrough: </a:t>
            </a:r>
            <a:r>
              <a:rPr lang="en-US" dirty="0"/>
              <a:t>Flat at 28.5% despite significant efficiency gains; analyst pressure mounting for structural improvement ²</a:t>
            </a:r>
          </a:p>
          <a:p>
            <a:pPr lvl="1"/>
            <a:r>
              <a:rPr lang="en-US" b="1" dirty="0"/>
              <a:t>Call Center Consolidation: </a:t>
            </a:r>
            <a:r>
              <a:rPr lang="en-US" dirty="0"/>
              <a:t>Four to two claim centers in 2026; execution risk and workforce transition need to be managed ³</a:t>
            </a:r>
          </a:p>
          <a:p>
            <a:pPr lvl="1"/>
            <a:r>
              <a:rPr lang="en-US" b="1" dirty="0"/>
              <a:t>Personal Auto Recovery: </a:t>
            </a:r>
            <a:r>
              <a:rPr lang="en-US" dirty="0"/>
              <a:t>Policy count rebuild needed after deliberate repositioning; competition intensifying from new independent agency entrants ⁴</a:t>
            </a:r>
          </a:p>
          <a:p>
            <a:pPr lvl="1"/>
            <a:r>
              <a:rPr lang="en-US" b="1" dirty="0"/>
              <a:t>Product Rollout Completion: </a:t>
            </a:r>
            <a:r>
              <a:rPr lang="en-US" dirty="0"/>
              <a:t>New BI Auto product live in 46 of 50+ states; remaining jurisdictions subject to regulatory timelines ⁵</a:t>
            </a:r>
          </a:p>
          <a:p>
            <a:r>
              <a:rPr lang="en-US" sz="900" dirty="0">
                <a:solidFill>
                  <a:schemeClr val="tx1">
                    <a:alpha val="60000"/>
                  </a:schemeClr>
                </a:solidFill>
              </a:rPr>
              <a:t>¹ Q4 Earnings Transcript, pp. 4–5   ² Q4 Earnings Transcript, pp. 12–13   ³ Q4 Earnings Transcript, p. 5   ⁴ Q4 Transcript, pp. 18–19   ⁵ Q4 Transcript, p. 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A54C6-0615-4096-AE26-6D7FE4CC81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Active transformation programs with concrete 2026 milestones create near-term engagement windows</a:t>
            </a:r>
          </a:p>
        </p:txBody>
      </p:sp>
    </p:spTree>
    <p:extLst>
      <p:ext uri="{BB962C8B-B14F-4D97-AF65-F5344CB8AC3E}">
        <p14:creationId xmlns:p14="http://schemas.microsoft.com/office/powerpoint/2010/main" val="267966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71D8-21C2-5B2E-83DE-143C255F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Transformation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805277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610C-FF0A-B2B7-528D-B544196B9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EXL Can Drive Value for Travelers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B949E-C228-8401-15A0-B2A46E1D2F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1. Claims Operations Optimization</a:t>
            </a:r>
          </a:p>
          <a:p>
            <a:pPr lvl="1"/>
            <a:r>
              <a:rPr lang="en-US" dirty="0"/>
              <a:t>Support call center consolidation (4→2), process automation, and AI decision support for 1.5M annual claims</a:t>
            </a:r>
          </a:p>
          <a:p>
            <a:r>
              <a:rPr lang="en-US" b="1" dirty="0"/>
              <a:t>2. Data &amp; Analytics Enhancement</a:t>
            </a:r>
          </a:p>
          <a:p>
            <a:pPr lvl="1"/>
            <a:r>
              <a:rPr lang="en-US" dirty="0"/>
              <a:t>Advanced risk modeling, predictive analytics, and data quality management across decades of transaction data</a:t>
            </a:r>
          </a:p>
          <a:p>
            <a:r>
              <a:rPr lang="en-US" b="1" dirty="0"/>
              <a:t>3. Underwriting Modernization</a:t>
            </a:r>
          </a:p>
          <a:p>
            <a:pPr lvl="1"/>
            <a:r>
              <a:rPr lang="en-US" dirty="0"/>
              <a:t>Process consulting for AI decision tools, new product rollouts, and submission automation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C1261-043B-1F3C-988C-922A100593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4. Digital Agent &amp; Customer Experience</a:t>
            </a:r>
          </a:p>
          <a:p>
            <a:pPr lvl="1"/>
            <a:r>
              <a:rPr lang="en-US" dirty="0"/>
              <a:t>Omnichannel engagement and self-service for 12,700+ independent agents/brokers</a:t>
            </a:r>
          </a:p>
          <a:p>
            <a:r>
              <a:rPr lang="en-US" b="1" dirty="0"/>
              <a:t>5. Regulatory &amp; Compliance Analytics</a:t>
            </a:r>
          </a:p>
          <a:p>
            <a:pPr lvl="1"/>
            <a:r>
              <a:rPr lang="en-US" dirty="0"/>
              <a:t>AI regulation, data privacy, climate disclosure, and multi-state rate approval complexity</a:t>
            </a:r>
          </a:p>
          <a:p>
            <a:r>
              <a:rPr lang="en-US" b="1" dirty="0"/>
              <a:t>6. Legacy Modernization</a:t>
            </a:r>
          </a:p>
          <a:p>
            <a:pPr lvl="1"/>
            <a:r>
              <a:rPr lang="en-US" dirty="0"/>
              <a:t>Post-divestiture ($2.4B Canada ops) platform rationalization and tech stack consolidation</a:t>
            </a:r>
          </a:p>
          <a:p>
            <a:r>
              <a:rPr lang="en-US" sz="900" dirty="0">
                <a:solidFill>
                  <a:schemeClr val="tx1">
                    <a:alpha val="60000"/>
                  </a:schemeClr>
                </a:solidFill>
              </a:rPr>
              <a:t>Source: Travelers Research Report, Section 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95A5E-558C-D7CF-ECCA-BC20056247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Six high-impact opportunity areas aligned to Travelers' stated priorities and active transformation programs</a:t>
            </a:r>
          </a:p>
        </p:txBody>
      </p:sp>
    </p:spTree>
    <p:extLst>
      <p:ext uri="{BB962C8B-B14F-4D97-AF65-F5344CB8AC3E}">
        <p14:creationId xmlns:p14="http://schemas.microsoft.com/office/powerpoint/2010/main" val="747969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5D2E-D8B7-D855-CB09-4F9F57450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Recommended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D879D-13F6-61F5-EB82-6F8584BF1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1. Develop a Targeted Transformation Pitch for Travelers C-Suite</a:t>
            </a:r>
          </a:p>
          <a:p>
            <a:pPr lvl="1"/>
            <a:r>
              <a:rPr lang="en-US" dirty="0"/>
              <a:t>Focus on claims automation, underwriting AI augmentation, and expense ratio optimization</a:t>
            </a:r>
          </a:p>
          <a:p>
            <a:pPr lvl="1"/>
            <a:r>
              <a:rPr lang="en-US" dirty="0"/>
              <a:t>Lead with quantified value: benchmark EXL impact on similar carrier transformations</a:t>
            </a:r>
          </a:p>
          <a:p>
            <a:r>
              <a:rPr lang="en-US" b="1" dirty="0"/>
              <a:t>2. Pursue a Discovery Session with Key Travelers Stakeholders</a:t>
            </a:r>
          </a:p>
          <a:p>
            <a:pPr lvl="1"/>
            <a:r>
              <a:rPr lang="en-US" dirty="0"/>
              <a:t>Target CIO/CTO, Chief Claims Officer, and CFO as primary decision-makers</a:t>
            </a:r>
          </a:p>
          <a:p>
            <a:pPr lvl="1"/>
            <a:r>
              <a:rPr lang="en-US" dirty="0"/>
              <a:t>Validate opportunity areas and uncover needs not visible in public disclosures</a:t>
            </a:r>
          </a:p>
          <a:p>
            <a:r>
              <a:rPr lang="en-US" b="1" dirty="0"/>
              <a:t>3. Propose an 8–12 Week Proof-of-Value Engagement</a:t>
            </a:r>
          </a:p>
          <a:p>
            <a:pPr lvl="1"/>
            <a:r>
              <a:rPr lang="en-US" dirty="0"/>
              <a:t>Focused pilot in claims analytics or underwriting automation to demonstrate measurable impact</a:t>
            </a:r>
          </a:p>
          <a:p>
            <a:pPr lvl="1"/>
            <a:r>
              <a:rPr lang="en-US" dirty="0"/>
              <a:t>Position EXL as an accelerator that converts efficiency gains into bottom-line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BCA44-EAD4-C440-0FA7-CD8B9F6E9C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Proposed actions to advance EXL's engagement with Travelers C-suite</a:t>
            </a:r>
          </a:p>
        </p:txBody>
      </p:sp>
    </p:spTree>
    <p:extLst>
      <p:ext uri="{BB962C8B-B14F-4D97-AF65-F5344CB8AC3E}">
        <p14:creationId xmlns:p14="http://schemas.microsoft.com/office/powerpoint/2010/main" val="139965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1540-6719-EC84-752B-B99F717F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4FF4-99C2-894E-9F13-BADA7D1F0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Partnerships</a:t>
            </a:r>
          </a:p>
        </p:txBody>
      </p:sp>
    </p:spTree>
    <p:extLst>
      <p:ext uri="{BB962C8B-B14F-4D97-AF65-F5344CB8AC3E}">
        <p14:creationId xmlns:p14="http://schemas.microsoft.com/office/powerpoint/2010/main" val="2631141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E27A-5151-AF80-D2BC-3B90EAAE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A6A5-2705-9AB5-E40A-94202C25E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Travelers – Key Technology Partnerships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360A6DD-32A6-DC8C-32C4-8E3827D8F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043760"/>
              </p:ext>
            </p:extLst>
          </p:nvPr>
        </p:nvGraphicFramePr>
        <p:xfrm>
          <a:off x="457200" y="1082109"/>
          <a:ext cx="11014364" cy="50266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89018">
                  <a:extLst>
                    <a:ext uri="{9D8B030D-6E8A-4147-A177-3AD203B41FA5}">
                      <a16:colId xmlns:a16="http://schemas.microsoft.com/office/drawing/2014/main" val="1657457068"/>
                    </a:ext>
                  </a:extLst>
                </a:gridCol>
                <a:gridCol w="8825346">
                  <a:extLst>
                    <a:ext uri="{9D8B030D-6E8A-4147-A177-3AD203B41FA5}">
                      <a16:colId xmlns:a16="http://schemas.microsoft.com/office/drawing/2014/main" val="1633147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Partner</a:t>
                      </a:r>
                      <a:endParaRPr lang="en-IN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Details</a:t>
                      </a:r>
                      <a:endParaRPr lang="en-IN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+mn-lt"/>
                        </a:rPr>
                        <a:t>Google Cloud</a:t>
                      </a:r>
                      <a:endParaRPr lang="en-IN" sz="1400" b="1" i="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Partnered to build a smart data platform for underwriters.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Helps speed up commercial underwriting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from weeks to minutes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  <a:p>
                      <a:endParaRPr lang="en-IN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5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AWS</a:t>
                      </a:r>
                      <a:endParaRPr lang="en-IN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Long-standing cloud partner.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Built a GenAI email classifier using Claude on Amazon Bedrock with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91% accuracy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Saves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tens of thousands of manual hours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each year.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Also works with AWS on GenAI tools for underwriting, claims &amp; operations.</a:t>
                      </a:r>
                    </a:p>
                    <a:p>
                      <a:endParaRPr lang="en-IN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75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Anthropic (2026 big partnership)</a:t>
                      </a:r>
                      <a:endParaRPr lang="en-IN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5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Travelers rolled out </a:t>
                      </a:r>
                      <a:r>
                        <a:rPr lang="en-IN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Claude &amp; Claude Code</a:t>
                      </a:r>
                      <a:r>
                        <a:rPr lang="en-IN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lang="en-IN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10,000+ tech and data staff</a:t>
                      </a:r>
                      <a:r>
                        <a:rPr lang="en-IN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4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Boosts engineering speed and productivity.</a:t>
                      </a:r>
                      <a:endParaRPr lang="en-IN" sz="14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 </a:t>
                      </a:r>
                      <a:r>
                        <a:rPr lang="en-IN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30,000+ employees</a:t>
                      </a:r>
                      <a:r>
                        <a:rPr lang="en-IN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get access to AI through </a:t>
                      </a:r>
                      <a:r>
                        <a:rPr lang="en-IN" sz="14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TravAI</a:t>
                      </a:r>
                      <a:r>
                        <a:rPr lang="en-IN" sz="14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Travelers’ in-house AI platform.</a:t>
                      </a:r>
                      <a:endParaRPr lang="en-IN" sz="14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IN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637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Salesforce</a:t>
                      </a:r>
                      <a:endParaRPr lang="en-IN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to modernize the broker leads process.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Company conducted deep UX research (75 use cases, 102 pain points).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 hiring shows an ongoing Salesforce-driven CRM transformation.</a:t>
                      </a:r>
                    </a:p>
                    <a:p>
                      <a:endParaRPr lang="en-IN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634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Databricks &amp; Snowflake</a:t>
                      </a:r>
                      <a:endParaRPr lang="en-IN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tools in Travelers' day‑to‑day data engineering stack.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Databricks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pipelines, PySpark, ML, and data processing.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Snowflake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main cloud data warehouse for ETL, storage, and analytics.</a:t>
                      </a:r>
                    </a:p>
                    <a:p>
                      <a:endParaRPr lang="en-IN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68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8841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C5D0F49D-2226-406F-98BF-2279F282E213}" vid="{724F13E3-0E2F-4F2F-BDF3-4AF2F1B9C912}"/>
    </a:ext>
  </a:extLst>
</a:theme>
</file>

<file path=ppt/theme/theme2.xml><?xml version="1.0" encoding="utf-8"?>
<a:theme xmlns:a="http://schemas.openxmlformats.org/drawingml/2006/main" name="1_EXL Branding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 Branding" id="{EEC754F6-1F2A-4B69-8E5C-EF4E1B6484CC}" vid="{D079D037-FB52-4978-ACD7-CC70B6C26D3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DB701F-E188-43B5-8879-E17218CA96CE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F4DF23ED6664419D4A06703766999F" ma:contentTypeVersion="3" ma:contentTypeDescription="Create a new document." ma:contentTypeScope="" ma:versionID="885aa60399e06c9c482266b1a816d0aa">
  <xsd:schema xmlns:xsd="http://www.w3.org/2001/XMLSchema" xmlns:xs="http://www.w3.org/2001/XMLSchema" xmlns:p="http://schemas.microsoft.com/office/2006/metadata/properties" xmlns:ns2="84c0c7ce-dece-4871-95a7-43a70fb39fa1" targetNamespace="http://schemas.microsoft.com/office/2006/metadata/properties" ma:root="true" ma:fieldsID="3ac5a563cad32b3f441f831b8f27327e" ns2:_="">
    <xsd:import namespace="84c0c7ce-dece-4871-95a7-43a70fb39f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0c7ce-dece-4871-95a7-43a70fb39f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3B8B56-517B-4516-BFC2-F5881C51B7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c0c7ce-dece-4871-95a7-43a70fb39f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8A35F8-2575-4B3C-A174-9DB3BC98E551}">
  <ds:schemaRefs>
    <ds:schemaRef ds:uri="http://purl.org/dc/elements/1.1/"/>
    <ds:schemaRef ds:uri="http://purl.org/dc/dcmitype/"/>
    <ds:schemaRef ds:uri="84c0c7ce-dece-4871-95a7-43a70fb39fa1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E21CD73-8978-4C3A-A6E9-EACE52C387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151</TotalTime>
  <Words>1613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System Font Regular</vt:lpstr>
      <vt:lpstr>Office Theme</vt:lpstr>
      <vt:lpstr>1_EXL Branding</vt:lpstr>
      <vt:lpstr>think-cell Slide</vt:lpstr>
      <vt:lpstr>Travelers (TRV) Research Document Feb-2026 </vt:lpstr>
      <vt:lpstr>Executive Summary</vt:lpstr>
      <vt:lpstr>Key Insights</vt:lpstr>
      <vt:lpstr>Record Financial Performance Validates Strategic Direction</vt:lpstr>
      <vt:lpstr>Innovation 2.0: AI at Scale, But Still Early</vt:lpstr>
      <vt:lpstr>Claims Transformation: Significant Progress, Major Runway Ahead</vt:lpstr>
      <vt:lpstr>Key Challenges Creating Demand for Transformation</vt:lpstr>
      <vt:lpstr>Outstanding Objectives Signal Partnership Opportunities</vt:lpstr>
      <vt:lpstr>Transformation Opportunities</vt:lpstr>
      <vt:lpstr>Where EXL Can Drive Value for Travelers</vt:lpstr>
      <vt:lpstr>Recommended Next Steps</vt:lpstr>
      <vt:lpstr>Key Partnerships</vt:lpstr>
      <vt:lpstr>Travelers – Key Technology Partnerships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EXL</dc:creator>
  <cp:lastModifiedBy>Karan Vohra</cp:lastModifiedBy>
  <cp:revision>3</cp:revision>
  <dcterms:created xsi:type="dcterms:W3CDTF">2026-02-15T15:17:23Z</dcterms:created>
  <dcterms:modified xsi:type="dcterms:W3CDTF">2026-02-16T20:19:01Z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0x01010023F4DF23ED6664419D4A06703766999F</vt:lpwstr>
  </property>
</Properties>
</file>